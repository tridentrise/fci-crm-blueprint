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5F33A-ACD8-8648-81D4-5FABC9F2DBF2}" v="6" dt="2024-05-10T19:12:18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5"/>
    <p:restoredTop sz="94699"/>
  </p:normalViewPr>
  <p:slideViewPr>
    <p:cSldViewPr snapToGrid="0">
      <p:cViewPr varScale="1">
        <p:scale>
          <a:sx n="128" d="100"/>
          <a:sy n="128" d="100"/>
        </p:scale>
        <p:origin x="10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Guyaux" userId="849a79fd-172d-43c3-9fa0-af98b21dc4cb" providerId="ADAL" clId="{0345F33A-ACD8-8648-81D4-5FABC9F2DBF2}"/>
    <pc:docChg chg="custSel modSld">
      <pc:chgData name="Vincent Guyaux" userId="849a79fd-172d-43c3-9fa0-af98b21dc4cb" providerId="ADAL" clId="{0345F33A-ACD8-8648-81D4-5FABC9F2DBF2}" dt="2024-05-13T01:04:53.077" v="177" actId="20577"/>
      <pc:docMkLst>
        <pc:docMk/>
      </pc:docMkLst>
      <pc:sldChg chg="addSp delSp modSp mod">
        <pc:chgData name="Vincent Guyaux" userId="849a79fd-172d-43c3-9fa0-af98b21dc4cb" providerId="ADAL" clId="{0345F33A-ACD8-8648-81D4-5FABC9F2DBF2}" dt="2024-05-13T01:04:53.077" v="177" actId="20577"/>
        <pc:sldMkLst>
          <pc:docMk/>
          <pc:sldMk cId="2266906700" sldId="256"/>
        </pc:sldMkLst>
        <pc:spChg chg="mod">
          <ac:chgData name="Vincent Guyaux" userId="849a79fd-172d-43c3-9fa0-af98b21dc4cb" providerId="ADAL" clId="{0345F33A-ACD8-8648-81D4-5FABC9F2DBF2}" dt="2024-05-10T19:07:01.505" v="13" actId="1076"/>
          <ac:spMkLst>
            <pc:docMk/>
            <pc:sldMk cId="2266906700" sldId="256"/>
            <ac:spMk id="4" creationId="{CB73D45D-CEE9-B61B-EEE3-381B47FA8005}"/>
          </ac:spMkLst>
        </pc:spChg>
        <pc:spChg chg="mod">
          <ac:chgData name="Vincent Guyaux" userId="849a79fd-172d-43c3-9fa0-af98b21dc4cb" providerId="ADAL" clId="{0345F33A-ACD8-8648-81D4-5FABC9F2DBF2}" dt="2024-05-10T19:16:34.949" v="159" actId="20577"/>
          <ac:spMkLst>
            <pc:docMk/>
            <pc:sldMk cId="2266906700" sldId="256"/>
            <ac:spMk id="6" creationId="{1DFFED3F-DC71-79CA-25CC-4A6F951FBB56}"/>
          </ac:spMkLst>
        </pc:spChg>
        <pc:spChg chg="mod">
          <ac:chgData name="Vincent Guyaux" userId="849a79fd-172d-43c3-9fa0-af98b21dc4cb" providerId="ADAL" clId="{0345F33A-ACD8-8648-81D4-5FABC9F2DBF2}" dt="2024-05-13T01:04:53.077" v="177" actId="20577"/>
          <ac:spMkLst>
            <pc:docMk/>
            <pc:sldMk cId="2266906700" sldId="256"/>
            <ac:spMk id="8" creationId="{D4259BA2-593A-70C2-5058-7F2F1F175FCF}"/>
          </ac:spMkLst>
        </pc:spChg>
        <pc:spChg chg="mod">
          <ac:chgData name="Vincent Guyaux" userId="849a79fd-172d-43c3-9fa0-af98b21dc4cb" providerId="ADAL" clId="{0345F33A-ACD8-8648-81D4-5FABC9F2DBF2}" dt="2024-05-13T01:04:09.966" v="173" actId="1035"/>
          <ac:spMkLst>
            <pc:docMk/>
            <pc:sldMk cId="2266906700" sldId="256"/>
            <ac:spMk id="9" creationId="{7D9F0834-D7C4-F016-FAD8-A47E6E0BABFE}"/>
          </ac:spMkLst>
        </pc:spChg>
        <pc:spChg chg="add mod">
          <ac:chgData name="Vincent Guyaux" userId="849a79fd-172d-43c3-9fa0-af98b21dc4cb" providerId="ADAL" clId="{0345F33A-ACD8-8648-81D4-5FABC9F2DBF2}" dt="2024-05-10T19:12:32.806" v="152" actId="1076"/>
          <ac:spMkLst>
            <pc:docMk/>
            <pc:sldMk cId="2266906700" sldId="256"/>
            <ac:spMk id="10" creationId="{82ACA2D3-BE00-9493-FA6B-06E30D5C46EF}"/>
          </ac:spMkLst>
        </pc:spChg>
        <pc:spChg chg="add mod">
          <ac:chgData name="Vincent Guyaux" userId="849a79fd-172d-43c3-9fa0-af98b21dc4cb" providerId="ADAL" clId="{0345F33A-ACD8-8648-81D4-5FABC9F2DBF2}" dt="2024-05-13T01:04:27.657" v="176" actId="14100"/>
          <ac:spMkLst>
            <pc:docMk/>
            <pc:sldMk cId="2266906700" sldId="256"/>
            <ac:spMk id="11" creationId="{4395C9B0-2FB1-8E55-F980-1285AE6F9E90}"/>
          </ac:spMkLst>
        </pc:spChg>
        <pc:picChg chg="add del mod">
          <ac:chgData name="Vincent Guyaux" userId="849a79fd-172d-43c3-9fa0-af98b21dc4cb" providerId="ADAL" clId="{0345F33A-ACD8-8648-81D4-5FABC9F2DBF2}" dt="2024-05-10T19:06:20.367" v="3" actId="478"/>
          <ac:picMkLst>
            <pc:docMk/>
            <pc:sldMk cId="2266906700" sldId="256"/>
            <ac:picMk id="3" creationId="{C4DEE6C1-AA8E-F1D6-4B75-095F90BA913C}"/>
          </ac:picMkLst>
        </pc:picChg>
        <pc:picChg chg="add mod">
          <ac:chgData name="Vincent Guyaux" userId="849a79fd-172d-43c3-9fa0-af98b21dc4cb" providerId="ADAL" clId="{0345F33A-ACD8-8648-81D4-5FABC9F2DBF2}" dt="2024-05-10T19:06:42.937" v="8" actId="1076"/>
          <ac:picMkLst>
            <pc:docMk/>
            <pc:sldMk cId="2266906700" sldId="256"/>
            <ac:picMk id="7" creationId="{DACE7438-7D88-4CED-DD9C-E6B54B4CFF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76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5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5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2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1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0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2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3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1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0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2AB79-48FC-5848-AB0D-E29FFF09417F}" type="datetimeFigureOut">
              <a:rPr lang="en-US" smtClean="0"/>
              <a:t>5/10/24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4593A-8AE5-C641-A206-D5599176D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6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95C9B0-2FB1-8E55-F980-1285AE6F9E90}"/>
              </a:ext>
            </a:extLst>
          </p:cNvPr>
          <p:cNvSpPr/>
          <p:nvPr/>
        </p:nvSpPr>
        <p:spPr>
          <a:xfrm>
            <a:off x="-6763" y="8521542"/>
            <a:ext cx="6867938" cy="6267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F0834-D7C4-F016-FAD8-A47E6E0BABFE}"/>
              </a:ext>
            </a:extLst>
          </p:cNvPr>
          <p:cNvSpPr/>
          <p:nvPr/>
        </p:nvSpPr>
        <p:spPr>
          <a:xfrm>
            <a:off x="-4969" y="-3176"/>
            <a:ext cx="6867938" cy="28369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3D45D-CEE9-B61B-EEE3-381B47FA8005}"/>
              </a:ext>
            </a:extLst>
          </p:cNvPr>
          <p:cNvSpPr txBox="1"/>
          <p:nvPr/>
        </p:nvSpPr>
        <p:spPr>
          <a:xfrm>
            <a:off x="589936" y="622458"/>
            <a:ext cx="365087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Risk</a:t>
            </a:r>
            <a:endParaRPr lang="en-US" sz="4800" b="1" dirty="0">
              <a:solidFill>
                <a:schemeClr val="bg1"/>
              </a:solidFill>
            </a:endParaRPr>
          </a:p>
          <a:p>
            <a:r>
              <a:rPr lang="en-US" sz="4800" b="1" dirty="0">
                <a:solidFill>
                  <a:schemeClr val="bg1"/>
                </a:solidFill>
              </a:rPr>
              <a:t>Assessment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DFFED3F-DC71-79CA-25CC-4A6F951FBB56}"/>
              </a:ext>
            </a:extLst>
          </p:cNvPr>
          <p:cNvSpPr txBox="1">
            <a:spLocks/>
          </p:cNvSpPr>
          <p:nvPr/>
        </p:nvSpPr>
        <p:spPr>
          <a:xfrm>
            <a:off x="589935" y="3024311"/>
            <a:ext cx="2528404" cy="5674214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b="1" dirty="0"/>
              <a:t>Safeguards &amp;</a:t>
            </a:r>
            <a:br>
              <a:rPr lang="en-US" sz="2000" b="1" dirty="0"/>
            </a:br>
            <a:r>
              <a:rPr lang="en-US" sz="2000" b="1" dirty="0"/>
              <a:t>Technical Controls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Using tools and review of evidence to assess the security of your network, software, data, and devices.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00000"/>
                </a:solidFill>
              </a:rPr>
              <a:t>1st Scans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/>
              <a:t>a. Network Penetration Testing</a:t>
            </a:r>
            <a:br>
              <a:rPr lang="en-US" sz="1200" b="1" dirty="0"/>
            </a:br>
            <a:r>
              <a:rPr lang="en-US" sz="1200" b="1" dirty="0"/>
              <a:t>&amp; Vulnerability Scans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External Scans (Firewall)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Internal Scans (Endpoints)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/>
              <a:t>b. Attack Surface Assessment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IP Addresses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Domain Names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Websites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Breached credentials on the dark web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/>
              <a:t>c. Mitigation &amp; Imminent Risk Recommendations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00000"/>
                </a:solidFill>
              </a:rPr>
              <a:t>2nd Scans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/>
              <a:t>d. Report &amp; Recommendations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800" dirty="0"/>
          </a:p>
          <a:p>
            <a:pPr>
              <a:lnSpc>
                <a:spcPct val="120000"/>
              </a:lnSpc>
            </a:pPr>
            <a:endParaRPr lang="en-US" sz="1000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D4259BA2-593A-70C2-5058-7F2F1F175FCF}"/>
              </a:ext>
            </a:extLst>
          </p:cNvPr>
          <p:cNvSpPr txBox="1">
            <a:spLocks/>
          </p:cNvSpPr>
          <p:nvPr/>
        </p:nvSpPr>
        <p:spPr>
          <a:xfrm>
            <a:off x="3739663" y="3024311"/>
            <a:ext cx="2528402" cy="493566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b="1" dirty="0"/>
              <a:t>Policies &amp;</a:t>
            </a:r>
            <a:br>
              <a:rPr lang="en-US" sz="2000" b="1" dirty="0"/>
            </a:br>
            <a:r>
              <a:rPr lang="en-US" sz="2000" b="1" dirty="0"/>
              <a:t>Procedures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Using a questionnaire and the review of your documentation to assess your compliance with cyber regulations.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SEC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FINRA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NYDFS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NAIC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Others</a:t>
            </a:r>
            <a:endParaRPr lang="en-US" sz="1000" dirty="0"/>
          </a:p>
          <a:p>
            <a:pPr marL="0" indent="0">
              <a:lnSpc>
                <a:spcPct val="110000"/>
              </a:lnSpc>
              <a:spcBef>
                <a:spcPts val="1000"/>
              </a:spcBef>
              <a:buNone/>
            </a:pPr>
            <a:r>
              <a:rPr lang="en-US" sz="1200" b="1" dirty="0"/>
              <a:t>a. Review of your Cyber Program Policies &amp; Procedures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Risk Management &amp; Governance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Information Security Policy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Business Continuity Plan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Security Incident Response Plan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Vendor Management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/>
              <a:t>b. Review of Recurring Tasks &amp; Evidence of Compliance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1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/>
              <a:t>c. Report &amp; Recommendations</a:t>
            </a:r>
          </a:p>
        </p:txBody>
      </p:sp>
      <p:pic>
        <p:nvPicPr>
          <p:cNvPr id="7" name="Picture 6" descr="A white shield with black text&#10;&#10;Description automatically generated">
            <a:extLst>
              <a:ext uri="{FF2B5EF4-FFF2-40B4-BE49-F238E27FC236}">
                <a16:creationId xmlns:a16="http://schemas.microsoft.com/office/drawing/2014/main" id="{DACE7438-7D88-4CED-DD9C-E6B54B4CF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0" y="315057"/>
            <a:ext cx="987414" cy="11034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ACA2D3-BE00-9493-FA6B-06E30D5C46EF}"/>
              </a:ext>
            </a:extLst>
          </p:cNvPr>
          <p:cNvSpPr txBox="1"/>
          <p:nvPr/>
        </p:nvSpPr>
        <p:spPr>
          <a:xfrm>
            <a:off x="589935" y="8688879"/>
            <a:ext cx="204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info@fcicyber.com</a:t>
            </a:r>
          </a:p>
        </p:txBody>
      </p:sp>
    </p:spTree>
    <p:extLst>
      <p:ext uri="{BB962C8B-B14F-4D97-AF65-F5344CB8AC3E}">
        <p14:creationId xmlns:p14="http://schemas.microsoft.com/office/powerpoint/2010/main" val="2266906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6C9DCB-DB7C-44DE-BFE4-0CB9B61525C8}">
  <ds:schemaRefs>
    <ds:schemaRef ds:uri="http://schemas.microsoft.com/office/2006/metadata/properties"/>
    <ds:schemaRef ds:uri="http://www.w3.org/XML/1998/namespace"/>
    <ds:schemaRef ds:uri="7e81ff0a-7b47-4573-8501-a4583f78be9e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702a17bc-2da2-4fb7-a4fb-c10936b8d7d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15F2B42-5FBD-4FE1-93A7-BB1644E191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9D15D5-11C2-43FC-AD73-0D4C1276582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3296</TotalTime>
  <Words>151</Words>
  <Application>Microsoft Macintosh PowerPoint</Application>
  <PresentationFormat>Letter Paper (8.5x11 in)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Guyaux</dc:creator>
  <cp:lastModifiedBy>Vincent Guyaux</cp:lastModifiedBy>
  <cp:revision>2</cp:revision>
  <dcterms:created xsi:type="dcterms:W3CDTF">2024-05-10T17:46:26Z</dcterms:created>
  <dcterms:modified xsi:type="dcterms:W3CDTF">2024-05-13T01:04:55Z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  <property fmtid="{D5CDD505-2E9C-101B-9397-08002B2CF9AE}" pid="3" name="MediaServiceImageTags">
    <vt:lpwstr/>
  </property>
</Properties>
</file>