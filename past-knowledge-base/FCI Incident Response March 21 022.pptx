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1" r:id="rId5"/>
    <p:sldId id="262" r:id="rId6"/>
    <p:sldId id="256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B2766-99E0-2E40-8C7B-ECD92595BAA9}" v="5" dt="2022-03-21T18:39:52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9"/>
    <p:restoredTop sz="96327"/>
  </p:normalViewPr>
  <p:slideViewPr>
    <p:cSldViewPr snapToGrid="0" snapToObjects="1">
      <p:cViewPr varScale="1">
        <p:scale>
          <a:sx n="84" d="100"/>
          <a:sy n="84" d="100"/>
        </p:scale>
        <p:origin x="3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Guyaux" userId="849a79fd-172d-43c3-9fa0-af98b21dc4cb" providerId="ADAL" clId="{B606303D-4943-4E47-A43A-A5D792D805A2}"/>
    <pc:docChg chg="custSel addSld delSld modSld">
      <pc:chgData name="Vincent Guyaux" userId="849a79fd-172d-43c3-9fa0-af98b21dc4cb" providerId="ADAL" clId="{B606303D-4943-4E47-A43A-A5D792D805A2}" dt="2022-03-17T02:28:39.257" v="128" actId="1076"/>
      <pc:docMkLst>
        <pc:docMk/>
      </pc:docMkLst>
      <pc:sldChg chg="addSp delSp modSp mod">
        <pc:chgData name="Vincent Guyaux" userId="849a79fd-172d-43c3-9fa0-af98b21dc4cb" providerId="ADAL" clId="{B606303D-4943-4E47-A43A-A5D792D805A2}" dt="2022-03-17T02:27:24.148" v="121" actId="1076"/>
        <pc:sldMkLst>
          <pc:docMk/>
          <pc:sldMk cId="4255172705" sldId="256"/>
        </pc:sldMkLst>
        <pc:spChg chg="del">
          <ac:chgData name="Vincent Guyaux" userId="849a79fd-172d-43c3-9fa0-af98b21dc4cb" providerId="ADAL" clId="{B606303D-4943-4E47-A43A-A5D792D805A2}" dt="2022-03-17T02:08:30.950" v="31" actId="478"/>
          <ac:spMkLst>
            <pc:docMk/>
            <pc:sldMk cId="4255172705" sldId="256"/>
            <ac:spMk id="10" creationId="{0AC940CC-A432-1241-80BD-80926C4382D6}"/>
          </ac:spMkLst>
        </pc:spChg>
        <pc:spChg chg="add mod">
          <ac:chgData name="Vincent Guyaux" userId="849a79fd-172d-43c3-9fa0-af98b21dc4cb" providerId="ADAL" clId="{B606303D-4943-4E47-A43A-A5D792D805A2}" dt="2022-03-17T02:12:38.154" v="84"/>
          <ac:spMkLst>
            <pc:docMk/>
            <pc:sldMk cId="4255172705" sldId="256"/>
            <ac:spMk id="13" creationId="{0D41F87D-4EDB-4443-8CFD-61E95A7A7FD7}"/>
          </ac:spMkLst>
        </pc:spChg>
        <pc:spChg chg="del mod">
          <ac:chgData name="Vincent Guyaux" userId="849a79fd-172d-43c3-9fa0-af98b21dc4cb" providerId="ADAL" clId="{B606303D-4943-4E47-A43A-A5D792D805A2}" dt="2022-03-17T02:26:41.404" v="107" actId="478"/>
          <ac:spMkLst>
            <pc:docMk/>
            <pc:sldMk cId="4255172705" sldId="256"/>
            <ac:spMk id="16" creationId="{81481C5B-A157-A849-83E1-DD7FE5122CCE}"/>
          </ac:spMkLst>
        </pc:spChg>
        <pc:spChg chg="del">
          <ac:chgData name="Vincent Guyaux" userId="849a79fd-172d-43c3-9fa0-af98b21dc4cb" providerId="ADAL" clId="{B606303D-4943-4E47-A43A-A5D792D805A2}" dt="2022-03-17T02:12:40.333" v="85" actId="478"/>
          <ac:spMkLst>
            <pc:docMk/>
            <pc:sldMk cId="4255172705" sldId="256"/>
            <ac:spMk id="19" creationId="{7620B886-2E29-5742-BA5C-63C58F6B2405}"/>
          </ac:spMkLst>
        </pc:spChg>
        <pc:picChg chg="del mod">
          <ac:chgData name="Vincent Guyaux" userId="849a79fd-172d-43c3-9fa0-af98b21dc4cb" providerId="ADAL" clId="{B606303D-4943-4E47-A43A-A5D792D805A2}" dt="2022-03-17T02:26:39.424" v="106" actId="478"/>
          <ac:picMkLst>
            <pc:docMk/>
            <pc:sldMk cId="4255172705" sldId="256"/>
            <ac:picMk id="2" creationId="{E0C83A65-0DB6-CB4A-81DF-C65D64BD2960}"/>
          </ac:picMkLst>
        </pc:picChg>
        <pc:picChg chg="del mod">
          <ac:chgData name="Vincent Guyaux" userId="849a79fd-172d-43c3-9fa0-af98b21dc4cb" providerId="ADAL" clId="{B606303D-4943-4E47-A43A-A5D792D805A2}" dt="2022-03-17T02:26:42.363" v="108" actId="478"/>
          <ac:picMkLst>
            <pc:docMk/>
            <pc:sldMk cId="4255172705" sldId="256"/>
            <ac:picMk id="3" creationId="{7863FE32-AF56-634E-A4D1-E9EEA77CCF07}"/>
          </ac:picMkLst>
        </pc:picChg>
        <pc:picChg chg="del mod">
          <ac:chgData name="Vincent Guyaux" userId="849a79fd-172d-43c3-9fa0-af98b21dc4cb" providerId="ADAL" clId="{B606303D-4943-4E47-A43A-A5D792D805A2}" dt="2022-03-17T02:10:24.669" v="45" actId="478"/>
          <ac:picMkLst>
            <pc:docMk/>
            <pc:sldMk cId="4255172705" sldId="256"/>
            <ac:picMk id="4" creationId="{6832480F-34AE-A146-9FC2-49707FC3E302}"/>
          </ac:picMkLst>
        </pc:picChg>
        <pc:picChg chg="add del mod">
          <ac:chgData name="Vincent Guyaux" userId="849a79fd-172d-43c3-9fa0-af98b21dc4cb" providerId="ADAL" clId="{B606303D-4943-4E47-A43A-A5D792D805A2}" dt="2022-03-17T02:26:37.204" v="104" actId="478"/>
          <ac:picMkLst>
            <pc:docMk/>
            <pc:sldMk cId="4255172705" sldId="256"/>
            <ac:picMk id="5" creationId="{87D56934-931E-0048-9335-168DCC308149}"/>
          </ac:picMkLst>
        </pc:picChg>
        <pc:picChg chg="add mod">
          <ac:chgData name="Vincent Guyaux" userId="849a79fd-172d-43c3-9fa0-af98b21dc4cb" providerId="ADAL" clId="{B606303D-4943-4E47-A43A-A5D792D805A2}" dt="2022-03-17T02:11:15.018" v="50" actId="1076"/>
          <ac:picMkLst>
            <pc:docMk/>
            <pc:sldMk cId="4255172705" sldId="256"/>
            <ac:picMk id="9" creationId="{EB17120A-719B-D74E-B0BB-3DB683646F1A}"/>
          </ac:picMkLst>
        </pc:picChg>
        <pc:picChg chg="del">
          <ac:chgData name="Vincent Guyaux" userId="849a79fd-172d-43c3-9fa0-af98b21dc4cb" providerId="ADAL" clId="{B606303D-4943-4E47-A43A-A5D792D805A2}" dt="2022-03-17T02:08:29.389" v="30" actId="478"/>
          <ac:picMkLst>
            <pc:docMk/>
            <pc:sldMk cId="4255172705" sldId="256"/>
            <ac:picMk id="11" creationId="{7AD903BF-0079-B045-B0FD-44230AEAD697}"/>
          </ac:picMkLst>
        </pc:picChg>
        <pc:picChg chg="add del mod">
          <ac:chgData name="Vincent Guyaux" userId="849a79fd-172d-43c3-9fa0-af98b21dc4cb" providerId="ADAL" clId="{B606303D-4943-4E47-A43A-A5D792D805A2}" dt="2022-03-17T02:09:53.972" v="40" actId="21"/>
          <ac:picMkLst>
            <pc:docMk/>
            <pc:sldMk cId="4255172705" sldId="256"/>
            <ac:picMk id="12" creationId="{5C042188-D059-4D48-8840-BB0754D4EFE6}"/>
          </ac:picMkLst>
        </pc:picChg>
        <pc:picChg chg="add mod">
          <ac:chgData name="Vincent Guyaux" userId="849a79fd-172d-43c3-9fa0-af98b21dc4cb" providerId="ADAL" clId="{B606303D-4943-4E47-A43A-A5D792D805A2}" dt="2022-03-17T02:27:20.503" v="120" actId="1076"/>
          <ac:picMkLst>
            <pc:docMk/>
            <pc:sldMk cId="4255172705" sldId="256"/>
            <ac:picMk id="14" creationId="{5D2F6904-A132-9C47-AA69-3C466D53AA15}"/>
          </ac:picMkLst>
        </pc:picChg>
        <pc:picChg chg="add mod">
          <ac:chgData name="Vincent Guyaux" userId="849a79fd-172d-43c3-9fa0-af98b21dc4cb" providerId="ADAL" clId="{B606303D-4943-4E47-A43A-A5D792D805A2}" dt="2022-03-17T02:27:24.148" v="121" actId="1076"/>
          <ac:picMkLst>
            <pc:docMk/>
            <pc:sldMk cId="4255172705" sldId="256"/>
            <ac:picMk id="15" creationId="{7DEAA90F-AA6F-DF4E-8CB5-5318C4E3A56B}"/>
          </ac:picMkLst>
        </pc:picChg>
      </pc:sldChg>
      <pc:sldChg chg="del">
        <pc:chgData name="Vincent Guyaux" userId="849a79fd-172d-43c3-9fa0-af98b21dc4cb" providerId="ADAL" clId="{B606303D-4943-4E47-A43A-A5D792D805A2}" dt="2022-03-17T02:05:43.739" v="0" actId="2696"/>
        <pc:sldMkLst>
          <pc:docMk/>
          <pc:sldMk cId="2388640029" sldId="257"/>
        </pc:sldMkLst>
      </pc:sldChg>
      <pc:sldChg chg="addSp delSp modSp mod">
        <pc:chgData name="Vincent Guyaux" userId="849a79fd-172d-43c3-9fa0-af98b21dc4cb" providerId="ADAL" clId="{B606303D-4943-4E47-A43A-A5D792D805A2}" dt="2022-03-17T02:28:06.748" v="124" actId="478"/>
        <pc:sldMkLst>
          <pc:docMk/>
          <pc:sldMk cId="1068689658" sldId="258"/>
        </pc:sldMkLst>
        <pc:spChg chg="del">
          <ac:chgData name="Vincent Guyaux" userId="849a79fd-172d-43c3-9fa0-af98b21dc4cb" providerId="ADAL" clId="{B606303D-4943-4E47-A43A-A5D792D805A2}" dt="2022-03-17T02:11:25.779" v="54" actId="478"/>
          <ac:spMkLst>
            <pc:docMk/>
            <pc:sldMk cId="1068689658" sldId="258"/>
            <ac:spMk id="10" creationId="{0AC940CC-A432-1241-80BD-80926C4382D6}"/>
          </ac:spMkLst>
        </pc:spChg>
        <pc:spChg chg="mod">
          <ac:chgData name="Vincent Guyaux" userId="849a79fd-172d-43c3-9fa0-af98b21dc4cb" providerId="ADAL" clId="{B606303D-4943-4E47-A43A-A5D792D805A2}" dt="2022-03-17T02:12:14.841" v="80" actId="1076"/>
          <ac:spMkLst>
            <pc:docMk/>
            <pc:sldMk cId="1068689658" sldId="258"/>
            <ac:spMk id="12" creationId="{8C243DCA-64F0-BE46-A915-47707EDB4DF8}"/>
          </ac:spMkLst>
        </pc:spChg>
        <pc:spChg chg="add mod">
          <ac:chgData name="Vincent Guyaux" userId="849a79fd-172d-43c3-9fa0-af98b21dc4cb" providerId="ADAL" clId="{B606303D-4943-4E47-A43A-A5D792D805A2}" dt="2022-03-17T02:12:34.209" v="82"/>
          <ac:spMkLst>
            <pc:docMk/>
            <pc:sldMk cId="1068689658" sldId="258"/>
            <ac:spMk id="13" creationId="{E715E3A0-0740-8749-9727-88616BF9CD3F}"/>
          </ac:spMkLst>
        </pc:spChg>
        <pc:spChg chg="add del mod">
          <ac:chgData name="Vincent Guyaux" userId="849a79fd-172d-43c3-9fa0-af98b21dc4cb" providerId="ADAL" clId="{B606303D-4943-4E47-A43A-A5D792D805A2}" dt="2022-03-17T02:28:06.748" v="124" actId="478"/>
          <ac:spMkLst>
            <pc:docMk/>
            <pc:sldMk cId="1068689658" sldId="258"/>
            <ac:spMk id="14" creationId="{55A6B326-48C7-DD48-906F-AFA10A668642}"/>
          </ac:spMkLst>
        </pc:spChg>
        <pc:spChg chg="mod">
          <ac:chgData name="Vincent Guyaux" userId="849a79fd-172d-43c3-9fa0-af98b21dc4cb" providerId="ADAL" clId="{B606303D-4943-4E47-A43A-A5D792D805A2}" dt="2022-03-17T02:12:09.544" v="79" actId="1076"/>
          <ac:spMkLst>
            <pc:docMk/>
            <pc:sldMk cId="1068689658" sldId="258"/>
            <ac:spMk id="16" creationId="{81481C5B-A157-A849-83E1-DD7FE5122CCE}"/>
          </ac:spMkLst>
        </pc:spChg>
        <pc:spChg chg="del">
          <ac:chgData name="Vincent Guyaux" userId="849a79fd-172d-43c3-9fa0-af98b21dc4cb" providerId="ADAL" clId="{B606303D-4943-4E47-A43A-A5D792D805A2}" dt="2022-03-17T02:12:36.162" v="83" actId="478"/>
          <ac:spMkLst>
            <pc:docMk/>
            <pc:sldMk cId="1068689658" sldId="258"/>
            <ac:spMk id="20" creationId="{5890EE5D-683D-C84D-AB53-9574F308613E}"/>
          </ac:spMkLst>
        </pc:spChg>
        <pc:picChg chg="mod">
          <ac:chgData name="Vincent Guyaux" userId="849a79fd-172d-43c3-9fa0-af98b21dc4cb" providerId="ADAL" clId="{B606303D-4943-4E47-A43A-A5D792D805A2}" dt="2022-03-17T02:12:09.544" v="79" actId="1076"/>
          <ac:picMkLst>
            <pc:docMk/>
            <pc:sldMk cId="1068689658" sldId="258"/>
            <ac:picMk id="5" creationId="{F4906474-777B-BE49-B39C-40B1DDFF8CE5}"/>
          </ac:picMkLst>
        </pc:picChg>
        <pc:picChg chg="mod">
          <ac:chgData name="Vincent Guyaux" userId="849a79fd-172d-43c3-9fa0-af98b21dc4cb" providerId="ADAL" clId="{B606303D-4943-4E47-A43A-A5D792D805A2}" dt="2022-03-17T02:12:14.841" v="80" actId="1076"/>
          <ac:picMkLst>
            <pc:docMk/>
            <pc:sldMk cId="1068689658" sldId="258"/>
            <ac:picMk id="7" creationId="{0C07D78B-ABCB-E346-92CA-A6B5C8465880}"/>
          </ac:picMkLst>
        </pc:picChg>
        <pc:picChg chg="add mod">
          <ac:chgData name="Vincent Guyaux" userId="849a79fd-172d-43c3-9fa0-af98b21dc4cb" providerId="ADAL" clId="{B606303D-4943-4E47-A43A-A5D792D805A2}" dt="2022-03-17T02:11:17.407" v="51"/>
          <ac:picMkLst>
            <pc:docMk/>
            <pc:sldMk cId="1068689658" sldId="258"/>
            <ac:picMk id="9" creationId="{EF083391-D45A-B341-A457-CF5D95E28357}"/>
          </ac:picMkLst>
        </pc:picChg>
        <pc:picChg chg="del">
          <ac:chgData name="Vincent Guyaux" userId="849a79fd-172d-43c3-9fa0-af98b21dc4cb" providerId="ADAL" clId="{B606303D-4943-4E47-A43A-A5D792D805A2}" dt="2022-03-17T02:11:25.779" v="54" actId="478"/>
          <ac:picMkLst>
            <pc:docMk/>
            <pc:sldMk cId="1068689658" sldId="258"/>
            <ac:picMk id="11" creationId="{7AD903BF-0079-B045-B0FD-44230AEAD697}"/>
          </ac:picMkLst>
        </pc:picChg>
        <pc:picChg chg="add del mod">
          <ac:chgData name="Vincent Guyaux" userId="849a79fd-172d-43c3-9fa0-af98b21dc4cb" providerId="ADAL" clId="{B606303D-4943-4E47-A43A-A5D792D805A2}" dt="2022-03-17T02:28:06.748" v="124" actId="478"/>
          <ac:picMkLst>
            <pc:docMk/>
            <pc:sldMk cId="1068689658" sldId="258"/>
            <ac:picMk id="15" creationId="{9525E4E6-2B85-F840-A7D9-B43F380396BA}"/>
          </ac:picMkLst>
        </pc:picChg>
      </pc:sldChg>
      <pc:sldChg chg="addSp delSp modSp mod">
        <pc:chgData name="Vincent Guyaux" userId="849a79fd-172d-43c3-9fa0-af98b21dc4cb" providerId="ADAL" clId="{B606303D-4943-4E47-A43A-A5D792D805A2}" dt="2022-03-17T02:28:39.257" v="128" actId="1076"/>
        <pc:sldMkLst>
          <pc:docMk/>
          <pc:sldMk cId="3498080105" sldId="259"/>
        </pc:sldMkLst>
        <pc:spChg chg="mod">
          <ac:chgData name="Vincent Guyaux" userId="849a79fd-172d-43c3-9fa0-af98b21dc4cb" providerId="ADAL" clId="{B606303D-4943-4E47-A43A-A5D792D805A2}" dt="2022-03-17T02:12:31.131" v="81" actId="1076"/>
          <ac:spMkLst>
            <pc:docMk/>
            <pc:sldMk cId="3498080105" sldId="259"/>
            <ac:spMk id="9" creationId="{28C8A5D9-46A2-5E45-8A4C-73640AD2A136}"/>
          </ac:spMkLst>
        </pc:spChg>
        <pc:spChg chg="del">
          <ac:chgData name="Vincent Guyaux" userId="849a79fd-172d-43c3-9fa0-af98b21dc4cb" providerId="ADAL" clId="{B606303D-4943-4E47-A43A-A5D792D805A2}" dt="2022-03-17T02:13:45.211" v="90" actId="478"/>
          <ac:spMkLst>
            <pc:docMk/>
            <pc:sldMk cId="3498080105" sldId="259"/>
            <ac:spMk id="12" creationId="{8C243DCA-64F0-BE46-A915-47707EDB4DF8}"/>
          </ac:spMkLst>
        </pc:spChg>
        <pc:spChg chg="del">
          <ac:chgData name="Vincent Guyaux" userId="849a79fd-172d-43c3-9fa0-af98b21dc4cb" providerId="ADAL" clId="{B606303D-4943-4E47-A43A-A5D792D805A2}" dt="2022-03-17T02:11:21.957" v="53" actId="478"/>
          <ac:spMkLst>
            <pc:docMk/>
            <pc:sldMk cId="3498080105" sldId="259"/>
            <ac:spMk id="13" creationId="{DD32A937-A9CA-5F4F-A2E8-C0A7DA356A06}"/>
          </ac:spMkLst>
        </pc:spChg>
        <pc:spChg chg="mod">
          <ac:chgData name="Vincent Guyaux" userId="849a79fd-172d-43c3-9fa0-af98b21dc4cb" providerId="ADAL" clId="{B606303D-4943-4E47-A43A-A5D792D805A2}" dt="2022-03-17T02:13:04.776" v="88" actId="1076"/>
          <ac:spMkLst>
            <pc:docMk/>
            <pc:sldMk cId="3498080105" sldId="259"/>
            <ac:spMk id="16" creationId="{81481C5B-A157-A849-83E1-DD7FE5122CCE}"/>
          </ac:spMkLst>
        </pc:spChg>
        <pc:picChg chg="mod">
          <ac:chgData name="Vincent Guyaux" userId="849a79fd-172d-43c3-9fa0-af98b21dc4cb" providerId="ADAL" clId="{B606303D-4943-4E47-A43A-A5D792D805A2}" dt="2022-03-17T02:13:04.776" v="88" actId="1076"/>
          <ac:picMkLst>
            <pc:docMk/>
            <pc:sldMk cId="3498080105" sldId="259"/>
            <ac:picMk id="6" creationId="{27808450-D84C-9347-BCC4-42309327B11E}"/>
          </ac:picMkLst>
        </pc:picChg>
        <pc:picChg chg="add del mod">
          <ac:chgData name="Vincent Guyaux" userId="849a79fd-172d-43c3-9fa0-af98b21dc4cb" providerId="ADAL" clId="{B606303D-4943-4E47-A43A-A5D792D805A2}" dt="2022-03-17T02:26:54.508" v="114" actId="21"/>
          <ac:picMkLst>
            <pc:docMk/>
            <pc:sldMk cId="3498080105" sldId="259"/>
            <ac:picMk id="8" creationId="{62AF9F39-DC33-0046-98FD-ABBBCC3BECA5}"/>
          </ac:picMkLst>
        </pc:picChg>
        <pc:picChg chg="add mod">
          <ac:chgData name="Vincent Guyaux" userId="849a79fd-172d-43c3-9fa0-af98b21dc4cb" providerId="ADAL" clId="{B606303D-4943-4E47-A43A-A5D792D805A2}" dt="2022-03-17T02:11:19.051" v="52"/>
          <ac:picMkLst>
            <pc:docMk/>
            <pc:sldMk cId="3498080105" sldId="259"/>
            <ac:picMk id="10" creationId="{4CDDDBD2-7C11-2F45-A8C7-CE9886322DBA}"/>
          </ac:picMkLst>
        </pc:picChg>
        <pc:picChg chg="add mod">
          <ac:chgData name="Vincent Guyaux" userId="849a79fd-172d-43c3-9fa0-af98b21dc4cb" providerId="ADAL" clId="{B606303D-4943-4E47-A43A-A5D792D805A2}" dt="2022-03-17T02:28:39.257" v="128" actId="1076"/>
          <ac:picMkLst>
            <pc:docMk/>
            <pc:sldMk cId="3498080105" sldId="259"/>
            <ac:picMk id="11" creationId="{A8742D12-B9BE-0A4A-87DD-E373577E4E1F}"/>
          </ac:picMkLst>
        </pc:picChg>
        <pc:picChg chg="del">
          <ac:chgData name="Vincent Guyaux" userId="849a79fd-172d-43c3-9fa0-af98b21dc4cb" providerId="ADAL" clId="{B606303D-4943-4E47-A43A-A5D792D805A2}" dt="2022-03-17T02:11:21.957" v="53" actId="478"/>
          <ac:picMkLst>
            <pc:docMk/>
            <pc:sldMk cId="3498080105" sldId="259"/>
            <ac:picMk id="14" creationId="{CD0DB0AB-F838-4645-BABD-16509D391DE2}"/>
          </ac:picMkLst>
        </pc:picChg>
      </pc:sldChg>
      <pc:sldChg chg="addSp delSp modSp new del mod">
        <pc:chgData name="Vincent Guyaux" userId="849a79fd-172d-43c3-9fa0-af98b21dc4cb" providerId="ADAL" clId="{B606303D-4943-4E47-A43A-A5D792D805A2}" dt="2022-03-17T02:25:11.829" v="98" actId="2696"/>
        <pc:sldMkLst>
          <pc:docMk/>
          <pc:sldMk cId="955769907" sldId="260"/>
        </pc:sldMkLst>
        <pc:spChg chg="del">
          <ac:chgData name="Vincent Guyaux" userId="849a79fd-172d-43c3-9fa0-af98b21dc4cb" providerId="ADAL" clId="{B606303D-4943-4E47-A43A-A5D792D805A2}" dt="2022-03-17T02:06:31.937" v="2" actId="478"/>
          <ac:spMkLst>
            <pc:docMk/>
            <pc:sldMk cId="955769907" sldId="260"/>
            <ac:spMk id="2" creationId="{3A294750-2C93-4B4F-BF9C-DCA926C31E00}"/>
          </ac:spMkLst>
        </pc:spChg>
        <pc:spChg chg="del">
          <ac:chgData name="Vincent Guyaux" userId="849a79fd-172d-43c3-9fa0-af98b21dc4cb" providerId="ADAL" clId="{B606303D-4943-4E47-A43A-A5D792D805A2}" dt="2022-03-17T02:06:32.806" v="3" actId="478"/>
          <ac:spMkLst>
            <pc:docMk/>
            <pc:sldMk cId="955769907" sldId="260"/>
            <ac:spMk id="3" creationId="{C294CDD5-21F4-0249-82FF-C65FE23953FC}"/>
          </ac:spMkLst>
        </pc:spChg>
        <pc:spChg chg="add mod">
          <ac:chgData name="Vincent Guyaux" userId="849a79fd-172d-43c3-9fa0-af98b21dc4cb" providerId="ADAL" clId="{B606303D-4943-4E47-A43A-A5D792D805A2}" dt="2022-03-17T02:08:12.266" v="28" actId="1076"/>
          <ac:spMkLst>
            <pc:docMk/>
            <pc:sldMk cId="955769907" sldId="260"/>
            <ac:spMk id="5" creationId="{03342EEA-8DB0-F248-8787-2D87ECD788E1}"/>
          </ac:spMkLst>
        </pc:spChg>
        <pc:picChg chg="add mod">
          <ac:chgData name="Vincent Guyaux" userId="849a79fd-172d-43c3-9fa0-af98b21dc4cb" providerId="ADAL" clId="{B606303D-4943-4E47-A43A-A5D792D805A2}" dt="2022-03-17T02:08:04.588" v="27" actId="1076"/>
          <ac:picMkLst>
            <pc:docMk/>
            <pc:sldMk cId="955769907" sldId="260"/>
            <ac:picMk id="4" creationId="{94246BD3-AFF0-0D44-8690-7C4924AD6B4B}"/>
          </ac:picMkLst>
        </pc:picChg>
        <pc:picChg chg="add mod">
          <ac:chgData name="Vincent Guyaux" userId="849a79fd-172d-43c3-9fa0-af98b21dc4cb" providerId="ADAL" clId="{B606303D-4943-4E47-A43A-A5D792D805A2}" dt="2022-03-17T02:08:12.266" v="28" actId="1076"/>
          <ac:picMkLst>
            <pc:docMk/>
            <pc:sldMk cId="955769907" sldId="260"/>
            <ac:picMk id="6" creationId="{419AEC46-5E96-E04A-B31F-3BADF52D189C}"/>
          </ac:picMkLst>
        </pc:picChg>
      </pc:sldChg>
      <pc:sldChg chg="addSp delSp modSp add mod">
        <pc:chgData name="Vincent Guyaux" userId="849a79fd-172d-43c3-9fa0-af98b21dc4cb" providerId="ADAL" clId="{B606303D-4943-4E47-A43A-A5D792D805A2}" dt="2022-03-17T02:26:45.027" v="109" actId="21"/>
        <pc:sldMkLst>
          <pc:docMk/>
          <pc:sldMk cId="4271374453" sldId="261"/>
        </pc:sldMkLst>
        <pc:spChg chg="mod">
          <ac:chgData name="Vincent Guyaux" userId="849a79fd-172d-43c3-9fa0-af98b21dc4cb" providerId="ADAL" clId="{B606303D-4943-4E47-A43A-A5D792D805A2}" dt="2022-03-17T02:25:04.882" v="97" actId="1076"/>
          <ac:spMkLst>
            <pc:docMk/>
            <pc:sldMk cId="4271374453" sldId="261"/>
            <ac:spMk id="5" creationId="{03342EEA-8DB0-F248-8787-2D87ECD788E1}"/>
          </ac:spMkLst>
        </pc:spChg>
        <pc:picChg chg="add del mod">
          <ac:chgData name="Vincent Guyaux" userId="849a79fd-172d-43c3-9fa0-af98b21dc4cb" providerId="ADAL" clId="{B606303D-4943-4E47-A43A-A5D792D805A2}" dt="2022-03-17T02:26:45.027" v="109" actId="21"/>
          <ac:picMkLst>
            <pc:docMk/>
            <pc:sldMk cId="4271374453" sldId="261"/>
            <ac:picMk id="3" creationId="{95E2D93D-D682-A248-A1B0-06D338BFAE3D}"/>
          </ac:picMkLst>
        </pc:picChg>
        <pc:picChg chg="del">
          <ac:chgData name="Vincent Guyaux" userId="849a79fd-172d-43c3-9fa0-af98b21dc4cb" providerId="ADAL" clId="{B606303D-4943-4E47-A43A-A5D792D805A2}" dt="2022-03-17T02:14:19.940" v="93" actId="478"/>
          <ac:picMkLst>
            <pc:docMk/>
            <pc:sldMk cId="4271374453" sldId="261"/>
            <ac:picMk id="4" creationId="{94246BD3-AFF0-0D44-8690-7C4924AD6B4B}"/>
          </ac:picMkLst>
        </pc:picChg>
        <pc:picChg chg="add mod">
          <ac:chgData name="Vincent Guyaux" userId="849a79fd-172d-43c3-9fa0-af98b21dc4cb" providerId="ADAL" clId="{B606303D-4943-4E47-A43A-A5D792D805A2}" dt="2022-03-17T02:14:24.776" v="95" actId="1076"/>
          <ac:picMkLst>
            <pc:docMk/>
            <pc:sldMk cId="4271374453" sldId="261"/>
            <ac:picMk id="7" creationId="{5FC8D1EE-7AF2-6C4C-89F0-93EA0D28211F}"/>
          </ac:picMkLst>
        </pc:picChg>
        <pc:picChg chg="add del mod">
          <ac:chgData name="Vincent Guyaux" userId="849a79fd-172d-43c3-9fa0-af98b21dc4cb" providerId="ADAL" clId="{B606303D-4943-4E47-A43A-A5D792D805A2}" dt="2022-03-17T02:24:55.322" v="96" actId="478"/>
          <ac:picMkLst>
            <pc:docMk/>
            <pc:sldMk cId="4271374453" sldId="261"/>
            <ac:picMk id="8" creationId="{09ACA8F4-3F79-F840-8DCE-938DDAD2B6A2}"/>
          </ac:picMkLst>
        </pc:picChg>
      </pc:sldChg>
      <pc:sldChg chg="add">
        <pc:chgData name="Vincent Guyaux" userId="849a79fd-172d-43c3-9fa0-af98b21dc4cb" providerId="ADAL" clId="{B606303D-4943-4E47-A43A-A5D792D805A2}" dt="2022-03-17T02:26:33.285" v="103" actId="2890"/>
        <pc:sldMkLst>
          <pc:docMk/>
          <pc:sldMk cId="41660258" sldId="262"/>
        </pc:sldMkLst>
      </pc:sldChg>
    </pc:docChg>
  </pc:docChgLst>
  <pc:docChgLst>
    <pc:chgData name="Vincent Guyaux" userId="849a79fd-172d-43c3-9fa0-af98b21dc4cb" providerId="ADAL" clId="{4C170BB5-8833-7A4C-AAA7-52A4725657F4}"/>
    <pc:docChg chg="custSel modSld">
      <pc:chgData name="Vincent Guyaux" userId="849a79fd-172d-43c3-9fa0-af98b21dc4cb" providerId="ADAL" clId="{4C170BB5-8833-7A4C-AAA7-52A4725657F4}" dt="2022-03-17T01:01:01.508" v="7" actId="1038"/>
      <pc:docMkLst>
        <pc:docMk/>
      </pc:docMkLst>
      <pc:sldChg chg="addSp delSp modSp mod">
        <pc:chgData name="Vincent Guyaux" userId="849a79fd-172d-43c3-9fa0-af98b21dc4cb" providerId="ADAL" clId="{4C170BB5-8833-7A4C-AAA7-52A4725657F4}" dt="2022-03-17T01:01:01.508" v="7" actId="1038"/>
        <pc:sldMkLst>
          <pc:docMk/>
          <pc:sldMk cId="2388640029" sldId="257"/>
        </pc:sldMkLst>
        <pc:picChg chg="add mod">
          <ac:chgData name="Vincent Guyaux" userId="849a79fd-172d-43c3-9fa0-af98b21dc4cb" providerId="ADAL" clId="{4C170BB5-8833-7A4C-AAA7-52A4725657F4}" dt="2022-03-17T01:01:01.508" v="7" actId="1038"/>
          <ac:picMkLst>
            <pc:docMk/>
            <pc:sldMk cId="2388640029" sldId="257"/>
            <ac:picMk id="2" creationId="{835A9F68-83AB-AA41-8432-9CA3B64DC318}"/>
          </ac:picMkLst>
        </pc:picChg>
        <pc:picChg chg="del">
          <ac:chgData name="Vincent Guyaux" userId="849a79fd-172d-43c3-9fa0-af98b21dc4cb" providerId="ADAL" clId="{4C170BB5-8833-7A4C-AAA7-52A4725657F4}" dt="2022-03-17T00:48:19.689" v="0" actId="478"/>
          <ac:picMkLst>
            <pc:docMk/>
            <pc:sldMk cId="2388640029" sldId="257"/>
            <ac:picMk id="3" creationId="{B33D26EC-E228-6E43-B036-1046DA7A09C6}"/>
          </ac:picMkLst>
        </pc:picChg>
      </pc:sldChg>
    </pc:docChg>
  </pc:docChgLst>
  <pc:docChgLst>
    <pc:chgData name="Vincent Guyaux" userId="849a79fd-172d-43c3-9fa0-af98b21dc4cb" providerId="ADAL" clId="{E10B2766-99E0-2E40-8C7B-ECD92595BAA9}"/>
    <pc:docChg chg="custSel delSld modSld sldOrd">
      <pc:chgData name="Vincent Guyaux" userId="849a79fd-172d-43c3-9fa0-af98b21dc4cb" providerId="ADAL" clId="{E10B2766-99E0-2E40-8C7B-ECD92595BAA9}" dt="2022-03-21T18:40:16.889" v="100" actId="1076"/>
      <pc:docMkLst>
        <pc:docMk/>
      </pc:docMkLst>
      <pc:sldChg chg="del">
        <pc:chgData name="Vincent Guyaux" userId="849a79fd-172d-43c3-9fa0-af98b21dc4cb" providerId="ADAL" clId="{E10B2766-99E0-2E40-8C7B-ECD92595BAA9}" dt="2022-03-21T18:37:06.496" v="0" actId="2696"/>
        <pc:sldMkLst>
          <pc:docMk/>
          <pc:sldMk cId="1068689658" sldId="258"/>
        </pc:sldMkLst>
      </pc:sldChg>
      <pc:sldChg chg="del">
        <pc:chgData name="Vincent Guyaux" userId="849a79fd-172d-43c3-9fa0-af98b21dc4cb" providerId="ADAL" clId="{E10B2766-99E0-2E40-8C7B-ECD92595BAA9}" dt="2022-03-21T18:37:06.496" v="0" actId="2696"/>
        <pc:sldMkLst>
          <pc:docMk/>
          <pc:sldMk cId="3498080105" sldId="259"/>
        </pc:sldMkLst>
      </pc:sldChg>
      <pc:sldChg chg="addSp modSp mod">
        <pc:chgData name="Vincent Guyaux" userId="849a79fd-172d-43c3-9fa0-af98b21dc4cb" providerId="ADAL" clId="{E10B2766-99E0-2E40-8C7B-ECD92595BAA9}" dt="2022-03-21T18:40:16.889" v="100" actId="1076"/>
        <pc:sldMkLst>
          <pc:docMk/>
          <pc:sldMk cId="4271374453" sldId="261"/>
        </pc:sldMkLst>
        <pc:spChg chg="add mod">
          <ac:chgData name="Vincent Guyaux" userId="849a79fd-172d-43c3-9fa0-af98b21dc4cb" providerId="ADAL" clId="{E10B2766-99E0-2E40-8C7B-ECD92595BAA9}" dt="2022-03-21T18:40:16.889" v="100" actId="1076"/>
          <ac:spMkLst>
            <pc:docMk/>
            <pc:sldMk cId="4271374453" sldId="261"/>
            <ac:spMk id="8" creationId="{36C1D692-51EB-FA41-AF61-AE09FF98C19E}"/>
          </ac:spMkLst>
        </pc:spChg>
      </pc:sldChg>
      <pc:sldChg chg="addSp delSp modSp mod ord">
        <pc:chgData name="Vincent Guyaux" userId="849a79fd-172d-43c3-9fa0-af98b21dc4cb" providerId="ADAL" clId="{E10B2766-99E0-2E40-8C7B-ECD92595BAA9}" dt="2022-03-21T18:39:31.240" v="94" actId="20578"/>
        <pc:sldMkLst>
          <pc:docMk/>
          <pc:sldMk cId="41660258" sldId="262"/>
        </pc:sldMkLst>
        <pc:spChg chg="add mod">
          <ac:chgData name="Vincent Guyaux" userId="849a79fd-172d-43c3-9fa0-af98b21dc4cb" providerId="ADAL" clId="{E10B2766-99E0-2E40-8C7B-ECD92595BAA9}" dt="2022-03-21T18:38:07.142" v="53" actId="14100"/>
          <ac:spMkLst>
            <pc:docMk/>
            <pc:sldMk cId="41660258" sldId="262"/>
            <ac:spMk id="8" creationId="{F19531D3-15AE-544F-9199-F8C1ED75DC57}"/>
          </ac:spMkLst>
        </pc:spChg>
        <pc:spChg chg="add mod">
          <ac:chgData name="Vincent Guyaux" userId="849a79fd-172d-43c3-9fa0-af98b21dc4cb" providerId="ADAL" clId="{E10B2766-99E0-2E40-8C7B-ECD92595BAA9}" dt="2022-03-21T18:39:17.251" v="92" actId="404"/>
          <ac:spMkLst>
            <pc:docMk/>
            <pc:sldMk cId="41660258" sldId="262"/>
            <ac:spMk id="10" creationId="{FAD43F09-8490-5C46-80C3-0F88BF6BCAF7}"/>
          </ac:spMkLst>
        </pc:spChg>
        <pc:spChg chg="mod">
          <ac:chgData name="Vincent Guyaux" userId="849a79fd-172d-43c3-9fa0-af98b21dc4cb" providerId="ADAL" clId="{E10B2766-99E0-2E40-8C7B-ECD92595BAA9}" dt="2022-03-21T18:39:23.445" v="93" actId="403"/>
          <ac:spMkLst>
            <pc:docMk/>
            <pc:sldMk cId="41660258" sldId="262"/>
            <ac:spMk id="16" creationId="{81481C5B-A157-A849-83E1-DD7FE5122CCE}"/>
          </ac:spMkLst>
        </pc:spChg>
        <pc:picChg chg="del">
          <ac:chgData name="Vincent Guyaux" userId="849a79fd-172d-43c3-9fa0-af98b21dc4cb" providerId="ADAL" clId="{E10B2766-99E0-2E40-8C7B-ECD92595BAA9}" dt="2022-03-21T18:37:21.069" v="27" actId="478"/>
          <ac:picMkLst>
            <pc:docMk/>
            <pc:sldMk cId="41660258" sldId="262"/>
            <ac:picMk id="2" creationId="{E0C83A65-0DB6-CB4A-81DF-C65D64BD2960}"/>
          </ac:picMkLst>
        </pc:picChg>
        <pc:picChg chg="del">
          <ac:chgData name="Vincent Guyaux" userId="849a79fd-172d-43c3-9fa0-af98b21dc4cb" providerId="ADAL" clId="{E10B2766-99E0-2E40-8C7B-ECD92595BAA9}" dt="2022-03-21T18:37:22.268" v="28" actId="478"/>
          <ac:picMkLst>
            <pc:docMk/>
            <pc:sldMk cId="41660258" sldId="262"/>
            <ac:picMk id="3" creationId="{7863FE32-AF56-634E-A4D1-E9EEA77CCF07}"/>
          </ac:picMkLst>
        </pc:picChg>
        <pc:picChg chg="del">
          <ac:chgData name="Vincent Guyaux" userId="849a79fd-172d-43c3-9fa0-af98b21dc4cb" providerId="ADAL" clId="{E10B2766-99E0-2E40-8C7B-ECD92595BAA9}" dt="2022-03-21T18:37:11.740" v="1" actId="478"/>
          <ac:picMkLst>
            <pc:docMk/>
            <pc:sldMk cId="41660258" sldId="262"/>
            <ac:picMk id="5" creationId="{87D56934-931E-0048-9335-168DCC3081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0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3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6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3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1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2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C2BE3-4B8D-A141-AD1C-D7A2DB7EFF8A}" type="datetimeFigureOut">
              <a:rPr lang="en-US" smtClean="0"/>
              <a:t>3/21/22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26915-F3D3-2141-B756-A82C6279D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9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342EEA-8DB0-F248-8787-2D87ECD788E1}"/>
              </a:ext>
            </a:extLst>
          </p:cNvPr>
          <p:cNvSpPr txBox="1"/>
          <p:nvPr/>
        </p:nvSpPr>
        <p:spPr>
          <a:xfrm>
            <a:off x="0" y="3994973"/>
            <a:ext cx="777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Cybersecurity</a:t>
            </a:r>
          </a:p>
          <a:p>
            <a:pPr algn="ctr"/>
            <a:r>
              <a:rPr lang="en-US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Protection &amp;</a:t>
            </a:r>
          </a:p>
          <a:p>
            <a:pPr algn="ctr"/>
            <a:r>
              <a:rPr lang="en-US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Compliance</a:t>
            </a:r>
          </a:p>
        </p:txBody>
      </p:sp>
      <p:pic>
        <p:nvPicPr>
          <p:cNvPr id="6" name="Google Shape;14;p2">
            <a:extLst>
              <a:ext uri="{FF2B5EF4-FFF2-40B4-BE49-F238E27FC236}">
                <a16:creationId xmlns:a16="http://schemas.microsoft.com/office/drawing/2014/main" id="{419AEC46-5E96-E04A-B31F-3BADF52D18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24787" y="2117213"/>
            <a:ext cx="1322825" cy="1459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8D1EE-7AF2-6C4C-89F0-93EA0D282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088" y="5600837"/>
            <a:ext cx="4722223" cy="29639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C1D692-51EB-FA41-AF61-AE09FF98C19E}"/>
              </a:ext>
            </a:extLst>
          </p:cNvPr>
          <p:cNvSpPr txBox="1"/>
          <p:nvPr/>
        </p:nvSpPr>
        <p:spPr>
          <a:xfrm>
            <a:off x="0" y="121567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Cybersecurity Incident Response Process</a:t>
            </a:r>
          </a:p>
        </p:txBody>
      </p:sp>
    </p:spTree>
    <p:extLst>
      <p:ext uri="{BB962C8B-B14F-4D97-AF65-F5344CB8AC3E}">
        <p14:creationId xmlns:p14="http://schemas.microsoft.com/office/powerpoint/2010/main" val="427137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1481C5B-A157-A849-83E1-DD7FE5122CCE}"/>
              </a:ext>
            </a:extLst>
          </p:cNvPr>
          <p:cNvSpPr txBox="1"/>
          <p:nvPr/>
        </p:nvSpPr>
        <p:spPr>
          <a:xfrm>
            <a:off x="712052" y="1457181"/>
            <a:ext cx="6625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Cybersecurity Incident Response Process</a:t>
            </a:r>
          </a:p>
        </p:txBody>
      </p:sp>
      <p:pic>
        <p:nvPicPr>
          <p:cNvPr id="9" name="Google Shape;14;p2">
            <a:extLst>
              <a:ext uri="{FF2B5EF4-FFF2-40B4-BE49-F238E27FC236}">
                <a16:creationId xmlns:a16="http://schemas.microsoft.com/office/drawing/2014/main" id="{EB17120A-719B-D74E-B0BB-3DB683646F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4673" y="306126"/>
            <a:ext cx="533272" cy="58843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41F87D-4EDB-4443-8CFD-61E95A7A7FD7}"/>
              </a:ext>
            </a:extLst>
          </p:cNvPr>
          <p:cNvSpPr txBox="1"/>
          <p:nvPr/>
        </p:nvSpPr>
        <p:spPr>
          <a:xfrm>
            <a:off x="4217252" y="9557129"/>
            <a:ext cx="3309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www.fcicyber.com</a:t>
            </a:r>
            <a:r>
              <a:rPr lang="en-US" sz="9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</a:t>
            </a:r>
            <a:r>
              <a:rPr lang="en-US" sz="9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info@fcicyber.com</a:t>
            </a:r>
            <a:r>
              <a:rPr lang="en-US" sz="9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1-888-434-6443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531D3-15AE-544F-9199-F8C1ED75DC57}"/>
              </a:ext>
            </a:extLst>
          </p:cNvPr>
          <p:cNvSpPr txBox="1"/>
          <p:nvPr/>
        </p:nvSpPr>
        <p:spPr>
          <a:xfrm>
            <a:off x="712053" y="2082021"/>
            <a:ext cx="570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FCI takes the following steps in response to any Incident reported to us by a client: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43F09-8490-5C46-80C3-0F88BF6BCAF7}"/>
              </a:ext>
            </a:extLst>
          </p:cNvPr>
          <p:cNvSpPr txBox="1"/>
          <p:nvPr/>
        </p:nvSpPr>
        <p:spPr>
          <a:xfrm>
            <a:off x="712053" y="2889741"/>
            <a:ext cx="570398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begins to assess imminent risks created by Incident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makes immediate recommendations to secure the environment from further intrusion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makes notification and reporting recommendations based on regulatory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walks Client through steps to complete preservation of evidence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Client completes FCI Incident Response Intake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uses Intake Form to adapt Incident Response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Scope of FCI work is defined and agreed upon by all parties involved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begins data collection and evidence gathering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performs interview with impacted personnel and client’s lead contact along with any additional parties involved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prepares report, makes determination, and delivers to Client with supporting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FCI makes additional recommendations to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Upon acceptance of recommendations, FCI will assist in the implementation of recommendations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6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4;p2">
            <a:extLst>
              <a:ext uri="{FF2B5EF4-FFF2-40B4-BE49-F238E27FC236}">
                <a16:creationId xmlns:a16="http://schemas.microsoft.com/office/drawing/2014/main" id="{EB17120A-719B-D74E-B0BB-3DB683646F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4673" y="306126"/>
            <a:ext cx="533272" cy="58843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41F87D-4EDB-4443-8CFD-61E95A7A7FD7}"/>
              </a:ext>
            </a:extLst>
          </p:cNvPr>
          <p:cNvSpPr txBox="1"/>
          <p:nvPr/>
        </p:nvSpPr>
        <p:spPr>
          <a:xfrm>
            <a:off x="4217252" y="9557129"/>
            <a:ext cx="3309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www.fcicyber.com</a:t>
            </a:r>
            <a:r>
              <a:rPr lang="en-US" sz="9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</a:t>
            </a:r>
            <a:r>
              <a:rPr lang="en-US" sz="9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info@fcicyber.com</a:t>
            </a:r>
            <a:r>
              <a:rPr lang="en-US" sz="9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    1-888-434-6443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2F6904-A132-9C47-AA69-3C466D53A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612" y="803803"/>
            <a:ext cx="5289176" cy="4113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EAA90F-AA6F-DF4E-8CB5-5318C4E3A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92" y="5357095"/>
            <a:ext cx="6827520" cy="34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72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Props1.xml><?xml version="1.0" encoding="utf-8"?>
<ds:datastoreItem xmlns:ds="http://schemas.openxmlformats.org/officeDocument/2006/customXml" ds:itemID="{AEE87428-4093-4C1B-B4C0-2A82F39A536B}"/>
</file>

<file path=customXml/itemProps2.xml><?xml version="1.0" encoding="utf-8"?>
<ds:datastoreItem xmlns:ds="http://schemas.openxmlformats.org/officeDocument/2006/customXml" ds:itemID="{EC2EC067-2DB9-4583-BD47-BC1174D20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903436-9D5E-46CE-9BFC-9A74E17490B0}">
  <ds:schemaRefs>
    <ds:schemaRef ds:uri="http://purl.org/dc/elements/1.1/"/>
    <ds:schemaRef ds:uri="702a17bc-2da2-4fb7-a4fb-c10936b8d7d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7e81ff0a-7b47-4573-8501-a4583f78be9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179</Words>
  <Application>Microsoft Macintosh PowerPoint</Application>
  <PresentationFormat>Custom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Lato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Guyaux</dc:creator>
  <cp:lastModifiedBy>Vincent Guyaux</cp:lastModifiedBy>
  <cp:revision>1</cp:revision>
  <dcterms:created xsi:type="dcterms:W3CDTF">2022-02-21T12:31:57Z</dcterms:created>
  <dcterms:modified xsi:type="dcterms:W3CDTF">2022-03-21T18:40:21Z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</Properties>
</file>