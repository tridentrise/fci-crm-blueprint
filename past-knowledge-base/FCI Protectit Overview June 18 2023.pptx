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1003" r:id="rId5"/>
    <p:sldId id="1017" r:id="rId6"/>
    <p:sldId id="1021" r:id="rId7"/>
    <p:sldId id="261" r:id="rId8"/>
    <p:sldId id="1015" r:id="rId9"/>
    <p:sldId id="1016" r:id="rId10"/>
    <p:sldId id="1007" r:id="rId11"/>
    <p:sldId id="1008" r:id="rId12"/>
    <p:sldId id="1006" r:id="rId13"/>
    <p:sldId id="1019" r:id="rId14"/>
    <p:sldId id="1012" r:id="rId15"/>
    <p:sldId id="1009" r:id="rId16"/>
    <p:sldId id="1010" r:id="rId17"/>
    <p:sldId id="1011" r:id="rId18"/>
    <p:sldId id="101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  <a:srgbClr val="C00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3B1B42-07DC-4744-AE2D-61532C50A7F4}" v="1" dt="2023-06-19T02:54:55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6327"/>
  </p:normalViewPr>
  <p:slideViewPr>
    <p:cSldViewPr snapToGrid="0" snapToObjects="1">
      <p:cViewPr varScale="1">
        <p:scale>
          <a:sx n="119" d="100"/>
          <a:sy n="119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Guyaux" userId="849a79fd-172d-43c3-9fa0-af98b21dc4cb" providerId="ADAL" clId="{873B1B42-07DC-4744-AE2D-61532C50A7F4}"/>
    <pc:docChg chg="addSld delSld modSld">
      <pc:chgData name="Vincent Guyaux" userId="849a79fd-172d-43c3-9fa0-af98b21dc4cb" providerId="ADAL" clId="{873B1B42-07DC-4744-AE2D-61532C50A7F4}" dt="2023-06-19T02:55:07.109" v="10" actId="20577"/>
      <pc:docMkLst>
        <pc:docMk/>
      </pc:docMkLst>
      <pc:sldChg chg="del">
        <pc:chgData name="Vincent Guyaux" userId="849a79fd-172d-43c3-9fa0-af98b21dc4cb" providerId="ADAL" clId="{873B1B42-07DC-4744-AE2D-61532C50A7F4}" dt="2023-06-19T02:49:10.197" v="1" actId="2696"/>
        <pc:sldMkLst>
          <pc:docMk/>
          <pc:sldMk cId="78881536" sldId="257"/>
        </pc:sldMkLst>
      </pc:sldChg>
      <pc:sldChg chg="del">
        <pc:chgData name="Vincent Guyaux" userId="849a79fd-172d-43c3-9fa0-af98b21dc4cb" providerId="ADAL" clId="{873B1B42-07DC-4744-AE2D-61532C50A7F4}" dt="2023-06-19T02:49:10.197" v="1" actId="2696"/>
        <pc:sldMkLst>
          <pc:docMk/>
          <pc:sldMk cId="1217095118" sldId="258"/>
        </pc:sldMkLst>
      </pc:sldChg>
      <pc:sldChg chg="del">
        <pc:chgData name="Vincent Guyaux" userId="849a79fd-172d-43c3-9fa0-af98b21dc4cb" providerId="ADAL" clId="{873B1B42-07DC-4744-AE2D-61532C50A7F4}" dt="2023-06-19T02:49:10.197" v="1" actId="2696"/>
        <pc:sldMkLst>
          <pc:docMk/>
          <pc:sldMk cId="1633798085" sldId="259"/>
        </pc:sldMkLst>
      </pc:sldChg>
      <pc:sldChg chg="del">
        <pc:chgData name="Vincent Guyaux" userId="849a79fd-172d-43c3-9fa0-af98b21dc4cb" providerId="ADAL" clId="{873B1B42-07DC-4744-AE2D-61532C50A7F4}" dt="2023-06-19T02:49:10.197" v="1" actId="2696"/>
        <pc:sldMkLst>
          <pc:docMk/>
          <pc:sldMk cId="2594806675" sldId="260"/>
        </pc:sldMkLst>
      </pc:sldChg>
      <pc:sldChg chg="modSp mod">
        <pc:chgData name="Vincent Guyaux" userId="849a79fd-172d-43c3-9fa0-af98b21dc4cb" providerId="ADAL" clId="{873B1B42-07DC-4744-AE2D-61532C50A7F4}" dt="2023-06-19T02:55:07.109" v="10" actId="20577"/>
        <pc:sldMkLst>
          <pc:docMk/>
          <pc:sldMk cId="2087245843" sldId="1003"/>
        </pc:sldMkLst>
        <pc:spChg chg="mod">
          <ac:chgData name="Vincent Guyaux" userId="849a79fd-172d-43c3-9fa0-af98b21dc4cb" providerId="ADAL" clId="{873B1B42-07DC-4744-AE2D-61532C50A7F4}" dt="2023-06-19T02:55:07.109" v="10" actId="20577"/>
          <ac:spMkLst>
            <pc:docMk/>
            <pc:sldMk cId="2087245843" sldId="1003"/>
            <ac:spMk id="7" creationId="{32FC8006-F565-6805-0314-81CD57E8F142}"/>
          </ac:spMkLst>
        </pc:spChg>
      </pc:sldChg>
      <pc:sldChg chg="del">
        <pc:chgData name="Vincent Guyaux" userId="849a79fd-172d-43c3-9fa0-af98b21dc4cb" providerId="ADAL" clId="{873B1B42-07DC-4744-AE2D-61532C50A7F4}" dt="2023-06-19T02:49:10.197" v="1" actId="2696"/>
        <pc:sldMkLst>
          <pc:docMk/>
          <pc:sldMk cId="496090748" sldId="1013"/>
        </pc:sldMkLst>
      </pc:sldChg>
      <pc:sldChg chg="del">
        <pc:chgData name="Vincent Guyaux" userId="849a79fd-172d-43c3-9fa0-af98b21dc4cb" providerId="ADAL" clId="{873B1B42-07DC-4744-AE2D-61532C50A7F4}" dt="2023-06-19T02:41:39.237" v="0" actId="2696"/>
        <pc:sldMkLst>
          <pc:docMk/>
          <pc:sldMk cId="3655723866" sldId="1020"/>
        </pc:sldMkLst>
      </pc:sldChg>
      <pc:sldChg chg="add del">
        <pc:chgData name="Vincent Guyaux" userId="849a79fd-172d-43c3-9fa0-af98b21dc4cb" providerId="ADAL" clId="{873B1B42-07DC-4744-AE2D-61532C50A7F4}" dt="2023-06-19T02:54:55.690" v="2"/>
        <pc:sldMkLst>
          <pc:docMk/>
          <pc:sldMk cId="510268177" sldId="1021"/>
        </pc:sldMkLst>
      </pc:sldChg>
      <pc:sldChg chg="del">
        <pc:chgData name="Vincent Guyaux" userId="849a79fd-172d-43c3-9fa0-af98b21dc4cb" providerId="ADAL" clId="{873B1B42-07DC-4744-AE2D-61532C50A7F4}" dt="2023-06-19T02:49:10.197" v="1" actId="2696"/>
        <pc:sldMkLst>
          <pc:docMk/>
          <pc:sldMk cId="13931084" sldId="102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A1831-F0E7-DE43-8D93-D067AD467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9FFF7-CBBF-2243-97B6-AE38D0684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8074-B076-474D-AB68-C0AA9092C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61EB1-E5E3-F842-BB3F-A5F23100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1E287-B7B3-D049-BECC-DA9A9821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1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7B22-5523-F945-8BAB-35D42A861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80B20-DBC4-FA40-80EE-D665F184A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C15AC-2B26-2F43-B80C-0C7149E33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B793F-DE0F-7949-9C0E-27EF29434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B7C90-EA9E-AB45-9EB2-D870598E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43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4FC4-7926-244A-800D-36EBF5B2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394B0-9B80-3049-BDF4-5FE262946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E2C1B-F622-224F-82DB-EF0DA40C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1A9CB-2256-2748-8795-4F3C2D538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A33D1-A1D5-A440-B8F7-2F8A22F0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4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C0D4-295B-C049-ABA2-3F57425C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B9216-3556-2B42-8F71-C8297F7C0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E2B38-69F1-9B41-B33D-2B7182034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F2AE-068D-4A4D-A605-C3FDC3AA6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5EB57-3E76-C14B-BFEB-8BFD24DE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E87B6-100B-6445-8C91-1E780AA2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19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129F-32F5-3741-BDFD-93D06EE9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CF9FC-D5A1-5743-AB36-09B1F0569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C2C41-4409-F349-96B5-AED9619DB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B1884C-E1E2-AD41-BEBE-6B70BED61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F0C06-3F57-804B-BFCF-8342B6A7A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356C67-D153-7843-B007-1AC5E6BEC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0404B-9D69-1545-9918-DFB8F63A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2119E-7F14-B145-A834-84B9DD7E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09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8787-D31B-5C4B-862C-69C4B48E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C15BB6-1C60-EC4F-AAF9-2478DED1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D2200-4B52-324F-B0FA-B42FF807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CDB47-06C0-9C4F-9F05-BDFDC9A3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8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10F29E-5783-2E49-81AF-F886C759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794AE-1E8C-9F41-A15B-092C17A4C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D1284-D170-754A-AABD-14C098532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5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E092-6643-1546-BE22-47CFC72AB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C9BB-3958-B141-ACB3-F30630F68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1806B-6B60-414E-8CAB-945638F9A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428A9-173E-024E-B5DF-FF5E80F0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65B7B-F9DE-CA43-925A-5C63EB1F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5B2DF-2B4C-FC46-B34F-9AE0A8E2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9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0712-4DB9-944F-A691-91F039AE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B6481A-3538-F543-83DC-081217A84A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2BF30-8674-0248-9224-CB058FD28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DC75A-93E7-9345-BEE6-2C2BFDF0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F6941-FA7A-704E-A4EE-91A9F00F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2B06F-A493-D549-B5AD-AA4D21C9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7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8A27-35FB-3C43-AC1B-6CAC4B7D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5729B-2B85-D140-9DC5-012B96B52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47E36-A251-2240-93DE-9EAF28B1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D0784-6D32-2B4F-8278-67DCF10C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87125-182E-2545-A6E0-837C3F9E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76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DD28A-77AE-564D-8FF8-F8B220AD5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E782E-5CAA-D44A-ACA0-01AB2A03C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64D47-9C0B-C149-BC83-24547FDCF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B89AD-88E2-324D-ABC9-76EC6DD5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0EA1D-65D6-F24A-8E76-B0062128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0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00AD99-1CCB-A646-B7FA-1E43697E4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29F18-40E9-CA4D-9DB5-7C99B5F19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6069F-2722-3849-8585-97F4308A0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2F418-200A-DF4C-94C7-1FF9D813D28C}" type="datetimeFigureOut">
              <a:rPr lang="en-US" smtClean="0"/>
              <a:t>6/18/23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846E4-DF76-104F-A582-65394BC4A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4DD8B-84F5-0B40-97FB-B21D37384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48D80-0170-DE4C-BFCA-2EEF21173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2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4.wdp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8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.png">
            <a:extLst>
              <a:ext uri="{FF2B5EF4-FFF2-40B4-BE49-F238E27FC236}">
                <a16:creationId xmlns:a16="http://schemas.microsoft.com/office/drawing/2014/main" id="{7A3C383B-D567-8A42-8254-26498807B02B}"/>
              </a:ext>
            </a:extLst>
          </p:cNvPr>
          <p:cNvPicPr/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rcRect r="24841"/>
          <a:stretch/>
        </p:blipFill>
        <p:spPr>
          <a:xfrm>
            <a:off x="0" y="5029200"/>
            <a:ext cx="12192000" cy="182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571DE4-68BF-DD45-A4EB-9CD0AFC65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3770" y="4627975"/>
            <a:ext cx="9948630" cy="724516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sz="3500" dirty="0">
                <a:cs typeface="Poppins ExtraBold" pitchFamily="2" charset="77"/>
              </a:rPr>
              <a:t>Endpoint Cyber Safeguard &amp; Compliance</a:t>
            </a:r>
            <a:endParaRPr lang="en-US" sz="3500" dirty="0">
              <a:cs typeface="Poppins" pitchFamily="2" charset="77"/>
            </a:endParaRPr>
          </a:p>
        </p:txBody>
      </p:sp>
      <p:pic>
        <p:nvPicPr>
          <p:cNvPr id="9" name="Google Shape;14;p2">
            <a:extLst>
              <a:ext uri="{FF2B5EF4-FFF2-40B4-BE49-F238E27FC236}">
                <a16:creationId xmlns:a16="http://schemas.microsoft.com/office/drawing/2014/main" id="{46B69238-3666-324D-8D2C-B893103A24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2064" y="1350090"/>
            <a:ext cx="1280096" cy="14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C8006-F565-6805-0314-81CD57E8F142}"/>
              </a:ext>
            </a:extLst>
          </p:cNvPr>
          <p:cNvSpPr txBox="1">
            <a:spLocks/>
          </p:cNvSpPr>
          <p:nvPr/>
        </p:nvSpPr>
        <p:spPr>
          <a:xfrm>
            <a:off x="1460599" y="3549516"/>
            <a:ext cx="7531001" cy="101606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sz="5400" dirty="0">
                <a:solidFill>
                  <a:schemeClr val="bg1"/>
                </a:solidFill>
                <a:cs typeface="Poppins ExtraBold" pitchFamily="2" charset="77"/>
              </a:rPr>
              <a:t> </a:t>
            </a:r>
            <a:r>
              <a:rPr lang="en-US" sz="5400">
                <a:solidFill>
                  <a:schemeClr val="bg1"/>
                </a:solidFill>
                <a:cs typeface="Poppins ExtraBold" pitchFamily="2" charset="77"/>
              </a:rPr>
              <a:t>Protectit Overview</a:t>
            </a:r>
            <a:endParaRPr lang="en-US" sz="3600" dirty="0">
              <a:solidFill>
                <a:schemeClr val="bg1"/>
              </a:solidFill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8724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51B26F-77A9-B80D-3391-EC0470DA9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670" y="1754273"/>
            <a:ext cx="7772400" cy="4639847"/>
          </a:xfrm>
          <a:prstGeom prst="rect">
            <a:avLst/>
          </a:prstGeom>
        </p:spPr>
      </p:pic>
      <p:pic>
        <p:nvPicPr>
          <p:cNvPr id="8" name="Google Shape;14;p2">
            <a:extLst>
              <a:ext uri="{FF2B5EF4-FFF2-40B4-BE49-F238E27FC236}">
                <a16:creationId xmlns:a16="http://schemas.microsoft.com/office/drawing/2014/main" id="{EB142B87-C6F2-ABAB-01CF-58A7C28281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5832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AAD053C-8F32-233E-8BFF-7466CDBA8CF6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3 Steps to Security &amp; Compliance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cs typeface="Poppins ExtraBold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75D19-D504-CAEA-18FF-BA64CFE84A54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Managed Endpoint Protection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A78056-49C8-77A1-2831-0A12997F2C1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2D3B3-E6E7-D476-687E-FEA90FCCA20A}"/>
              </a:ext>
            </a:extLst>
          </p:cNvPr>
          <p:cNvSpPr txBox="1"/>
          <p:nvPr/>
        </p:nvSpPr>
        <p:spPr>
          <a:xfrm>
            <a:off x="7137719" y="355416"/>
            <a:ext cx="4216081" cy="622324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Steps</a:t>
            </a:r>
            <a:endParaRPr lang="en-US" sz="2000" b="1" dirty="0">
              <a:solidFill>
                <a:srgbClr val="C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Installation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 Installation by Users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Silent Script</a:t>
            </a:r>
          </a:p>
          <a:p>
            <a:pPr marL="630238" lvl="1" indent="-339725">
              <a:buFont typeface="Arial" panose="020B0604020202020204" pitchFamily="34" charset="0"/>
              <a:buChar char="•"/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 FCI Protectit with deployment tool (MDM, RMM, etc.)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Enterprise Detection Web Gateway</a:t>
            </a:r>
          </a:p>
          <a:p>
            <a:pPr marL="630238" lvl="1" indent="-3397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Known / unknown device check</a:t>
            </a:r>
          </a:p>
          <a:p>
            <a:pPr marL="630238" lvl="1" indent="-3397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Compliance endpoint posture check with a stop at the time of login</a:t>
            </a:r>
            <a:b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Endpoint Visibility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Actionable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Asset Inventory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Safeguard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 Cyber Settings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 Software &amp;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Monitor &amp; Control</a:t>
            </a:r>
            <a:endPara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30D1AF-0EFE-37C7-1B50-2B9A036463C1}"/>
              </a:ext>
            </a:extLst>
          </p:cNvPr>
          <p:cNvCxnSpPr/>
          <p:nvPr/>
        </p:nvCxnSpPr>
        <p:spPr>
          <a:xfrm>
            <a:off x="7137719" y="3701381"/>
            <a:ext cx="371475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26AA99-67C2-ED70-6BED-A7866386BC04}"/>
              </a:ext>
            </a:extLst>
          </p:cNvPr>
          <p:cNvCxnSpPr/>
          <p:nvPr/>
        </p:nvCxnSpPr>
        <p:spPr>
          <a:xfrm>
            <a:off x="7137719" y="4953296"/>
            <a:ext cx="371475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7354F1D-809F-C3BB-A3CF-A19C96942BB5}"/>
              </a:ext>
            </a:extLst>
          </p:cNvPr>
          <p:cNvSpPr txBox="1"/>
          <p:nvPr/>
        </p:nvSpPr>
        <p:spPr>
          <a:xfrm>
            <a:off x="854091" y="4323265"/>
            <a:ext cx="3524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the need for physically or remotely accessing Endpoints</a:t>
            </a:r>
          </a:p>
        </p:txBody>
      </p:sp>
    </p:spTree>
    <p:extLst>
      <p:ext uri="{BB962C8B-B14F-4D97-AF65-F5344CB8AC3E}">
        <p14:creationId xmlns:p14="http://schemas.microsoft.com/office/powerpoint/2010/main" val="51026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E383C24-FCAB-E15B-299B-7EFC5664DF5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886207-27D6-C650-5449-38B7A4372853}"/>
              </a:ext>
            </a:extLst>
          </p:cNvPr>
          <p:cNvSpPr/>
          <p:nvPr/>
        </p:nvSpPr>
        <p:spPr>
          <a:xfrm>
            <a:off x="6861262" y="538162"/>
            <a:ext cx="4591050" cy="57816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48271" sx="95202" sy="95202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D256F3-BCFC-5F01-5A41-E411C82524BE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2D0DE07E-ABC8-464E-35DC-27018426D99F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FCI adds Acme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to its SOAR Platform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16F9E8F-CC9F-8A23-A8D0-1BF97CDF3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132" y="2707470"/>
            <a:ext cx="3608635" cy="2806249"/>
          </a:xfrm>
          <a:prstGeom prst="rect">
            <a:avLst/>
          </a:prstGeom>
        </p:spPr>
      </p:pic>
      <p:pic>
        <p:nvPicPr>
          <p:cNvPr id="30" name="Picture 4" descr="Feature: Sell - Acme Revival">
            <a:extLst>
              <a:ext uri="{FF2B5EF4-FFF2-40B4-BE49-F238E27FC236}">
                <a16:creationId xmlns:a16="http://schemas.microsoft.com/office/drawing/2014/main" id="{84D5491F-2950-B733-BBD3-20480417B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843" y="1366202"/>
            <a:ext cx="1768247" cy="77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92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E383C24-FCAB-E15B-299B-7EFC5664DF5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886207-27D6-C650-5449-38B7A4372853}"/>
              </a:ext>
            </a:extLst>
          </p:cNvPr>
          <p:cNvSpPr/>
          <p:nvPr/>
        </p:nvSpPr>
        <p:spPr>
          <a:xfrm>
            <a:off x="6861262" y="538162"/>
            <a:ext cx="4591050" cy="57816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48271" sx="95202" sy="95202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DBF80-9875-28C1-E6FA-C7BF354B6782}"/>
              </a:ext>
            </a:extLst>
          </p:cNvPr>
          <p:cNvSpPr txBox="1"/>
          <p:nvPr/>
        </p:nvSpPr>
        <p:spPr>
          <a:xfrm>
            <a:off x="7242262" y="1843387"/>
            <a:ext cx="382905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From: 	FCI	</a:t>
            </a:r>
          </a:p>
          <a:p>
            <a:endParaRPr 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To:	CISO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FCI Protectit Installer Link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Dear CISO,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is the FCI Protectit installer link: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0C90A-057C-D2CE-C8F4-E0D7EE268D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7349" y="671812"/>
            <a:ext cx="1018876" cy="101887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80CF4F-4420-4E37-BDE4-B392089DB3F6}"/>
              </a:ext>
            </a:extLst>
          </p:cNvPr>
          <p:cNvCxnSpPr/>
          <p:nvPr/>
        </p:nvCxnSpPr>
        <p:spPr>
          <a:xfrm>
            <a:off x="7299412" y="3333750"/>
            <a:ext cx="3714750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93917F2-7F9C-9A82-D127-FBDCFAEEE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4849" y="4824114"/>
            <a:ext cx="523875" cy="523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D256F3-BCFC-5F01-5A41-E411C82524BE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2D0DE07E-ABC8-464E-35DC-27018426D99F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FCI sends Installer Link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email to CISO</a:t>
            </a:r>
          </a:p>
        </p:txBody>
      </p:sp>
      <p:pic>
        <p:nvPicPr>
          <p:cNvPr id="19" name="Google Shape;14;p2">
            <a:extLst>
              <a:ext uri="{FF2B5EF4-FFF2-40B4-BE49-F238E27FC236}">
                <a16:creationId xmlns:a16="http://schemas.microsoft.com/office/drawing/2014/main" id="{2E811EFC-D6C2-A18F-5E58-66BE4AEA81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1520" y="5621266"/>
            <a:ext cx="477033" cy="526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4D39AA-2373-E592-C255-2C9FFE151F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41937" y="5667074"/>
            <a:ext cx="526382" cy="526382"/>
          </a:xfrm>
          <a:prstGeom prst="rect">
            <a:avLst/>
          </a:prstGeom>
        </p:spPr>
      </p:pic>
      <p:pic>
        <p:nvPicPr>
          <p:cNvPr id="1026" name="Picture 2" descr="Business man, male, user, avatar, profile, person, man icon - Free download">
            <a:extLst>
              <a:ext uri="{FF2B5EF4-FFF2-40B4-BE49-F238E27FC236}">
                <a16:creationId xmlns:a16="http://schemas.microsoft.com/office/drawing/2014/main" id="{FB95AAFA-1607-FEC2-722B-A1E862C89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754" y="5615050"/>
            <a:ext cx="555164" cy="55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86F0AF-A94A-A202-E75F-87336D924A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0758" y="5734447"/>
            <a:ext cx="357636" cy="3576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CDDFB9-84A5-72A3-73E1-F104CF31AD59}"/>
              </a:ext>
            </a:extLst>
          </p:cNvPr>
          <p:cNvSpPr txBox="1"/>
          <p:nvPr/>
        </p:nvSpPr>
        <p:spPr>
          <a:xfrm>
            <a:off x="3620328" y="6211445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CISO</a:t>
            </a:r>
          </a:p>
        </p:txBody>
      </p:sp>
      <p:pic>
        <p:nvPicPr>
          <p:cNvPr id="3076" name="Picture 4" descr="Feature: Sell - Acme Revival">
            <a:extLst>
              <a:ext uri="{FF2B5EF4-FFF2-40B4-BE49-F238E27FC236}">
                <a16:creationId xmlns:a16="http://schemas.microsoft.com/office/drawing/2014/main" id="{039D2B03-4544-4E92-C9E8-868FDB5C6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233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E9FC2F-735C-C86D-B057-6AC33D6BC9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1302" y="5734447"/>
            <a:ext cx="357636" cy="357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B7AFB8-6A48-6193-9FB6-F81A29899922}"/>
              </a:ext>
            </a:extLst>
          </p:cNvPr>
          <p:cNvSpPr txBox="1"/>
          <p:nvPr/>
        </p:nvSpPr>
        <p:spPr>
          <a:xfrm>
            <a:off x="2050256" y="6211445"/>
            <a:ext cx="971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Installer Link</a:t>
            </a:r>
          </a:p>
        </p:txBody>
      </p:sp>
    </p:spTree>
    <p:extLst>
      <p:ext uri="{BB962C8B-B14F-4D97-AF65-F5344CB8AC3E}">
        <p14:creationId xmlns:p14="http://schemas.microsoft.com/office/powerpoint/2010/main" val="142438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E383C24-FCAB-E15B-299B-7EFC5664DF5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886207-27D6-C650-5449-38B7A4372853}"/>
              </a:ext>
            </a:extLst>
          </p:cNvPr>
          <p:cNvSpPr/>
          <p:nvPr/>
        </p:nvSpPr>
        <p:spPr>
          <a:xfrm>
            <a:off x="6861262" y="538162"/>
            <a:ext cx="4591050" cy="57816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48271" sx="95202" sy="95202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DBF80-9875-28C1-E6FA-C7BF354B6782}"/>
              </a:ext>
            </a:extLst>
          </p:cNvPr>
          <p:cNvSpPr txBox="1"/>
          <p:nvPr/>
        </p:nvSpPr>
        <p:spPr>
          <a:xfrm>
            <a:off x="7242262" y="1843387"/>
            <a:ext cx="3829050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From: 	CISO	</a:t>
            </a:r>
          </a:p>
          <a:p>
            <a:endParaRPr 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To:	All Employees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FCI Protectit Installer Link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 all Employees,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is the FCI Protectit installer link: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this will do…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0C90A-057C-D2CE-C8F4-E0D7EE268D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7349" y="671812"/>
            <a:ext cx="1018876" cy="101887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80CF4F-4420-4E37-BDE4-B392089DB3F6}"/>
              </a:ext>
            </a:extLst>
          </p:cNvPr>
          <p:cNvCxnSpPr/>
          <p:nvPr/>
        </p:nvCxnSpPr>
        <p:spPr>
          <a:xfrm>
            <a:off x="7299412" y="3333750"/>
            <a:ext cx="3714750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93917F2-7F9C-9A82-D127-FBDCFAEEE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4849" y="4824114"/>
            <a:ext cx="523875" cy="523875"/>
          </a:xfrm>
          <a:prstGeom prst="rect">
            <a:avLst/>
          </a:prstGeom>
        </p:spPr>
      </p:pic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31960D-317D-D005-9A81-15446FA31E8C}"/>
              </a:ext>
            </a:extLst>
          </p:cNvPr>
          <p:cNvSpPr txBox="1">
            <a:spLocks/>
          </p:cNvSpPr>
          <p:nvPr/>
        </p:nvSpPr>
        <p:spPr>
          <a:xfrm>
            <a:off x="4117082" y="3082984"/>
            <a:ext cx="5120824" cy="698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3200" b="1" dirty="0">
              <a:solidFill>
                <a:srgbClr val="C00000"/>
              </a:solidFill>
              <a:latin typeface="+mn-lt"/>
              <a:cs typeface="Poppins ExtraBold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1156AD-7DD3-3990-64B6-D9A13150C689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</a:t>
            </a:r>
            <a:endParaRPr 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F2B2423-6D4F-25FC-CAD0-6B05142A651C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CISO sends Installer Link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email to Employees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1BDA8A6-27B7-F472-9AE2-FA7113DA7B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41937" y="5667074"/>
            <a:ext cx="526382" cy="5263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F835CD1-A175-F5D0-50EC-F83A7C939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758" y="5734447"/>
            <a:ext cx="357636" cy="35763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E030B4D-BD2C-0BF9-C5BC-B3BD3244D311}"/>
              </a:ext>
            </a:extLst>
          </p:cNvPr>
          <p:cNvSpPr txBox="1"/>
          <p:nvPr/>
        </p:nvSpPr>
        <p:spPr>
          <a:xfrm>
            <a:off x="3428515" y="6211445"/>
            <a:ext cx="861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Employees</a:t>
            </a:r>
          </a:p>
        </p:txBody>
      </p:sp>
      <p:pic>
        <p:nvPicPr>
          <p:cNvPr id="24" name="Picture 4" descr="Feature: Sell - Acme Revival">
            <a:extLst>
              <a:ext uri="{FF2B5EF4-FFF2-40B4-BE49-F238E27FC236}">
                <a16:creationId xmlns:a16="http://schemas.microsoft.com/office/drawing/2014/main" id="{CAAC1F15-CEC4-C1A7-2E35-26478CF16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233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5AC1C65-2187-D3A1-88AB-B5D171C6E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1302" y="5734447"/>
            <a:ext cx="357636" cy="357636"/>
          </a:xfrm>
          <a:prstGeom prst="rect">
            <a:avLst/>
          </a:prstGeom>
        </p:spPr>
      </p:pic>
      <p:pic>
        <p:nvPicPr>
          <p:cNvPr id="26" name="Picture 2" descr="Business man, male, user, avatar, profile, person, man icon - Free download">
            <a:extLst>
              <a:ext uri="{FF2B5EF4-FFF2-40B4-BE49-F238E27FC236}">
                <a16:creationId xmlns:a16="http://schemas.microsoft.com/office/drawing/2014/main" id="{FF522A07-05C8-3FDF-0396-279561AD9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82" y="5615050"/>
            <a:ext cx="555164" cy="55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5182AAA-ADCC-E152-8328-FF9596FED5BE}"/>
              </a:ext>
            </a:extLst>
          </p:cNvPr>
          <p:cNvSpPr txBox="1"/>
          <p:nvPr/>
        </p:nvSpPr>
        <p:spPr>
          <a:xfrm>
            <a:off x="1007756" y="6211445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CISO</a:t>
            </a:r>
          </a:p>
        </p:txBody>
      </p:sp>
      <p:pic>
        <p:nvPicPr>
          <p:cNvPr id="28" name="Picture 4" descr="Feature: Sell - Acme Revival">
            <a:extLst>
              <a:ext uri="{FF2B5EF4-FFF2-40B4-BE49-F238E27FC236}">
                <a16:creationId xmlns:a16="http://schemas.microsoft.com/office/drawing/2014/main" id="{F8CF6BAA-A7B9-FCBC-CBB1-C772FAF2F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61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ECA62CF7-D65D-7838-56AE-F3DFE38581FB}"/>
              </a:ext>
            </a:extLst>
          </p:cNvPr>
          <p:cNvSpPr/>
          <p:nvPr/>
        </p:nvSpPr>
        <p:spPr>
          <a:xfrm>
            <a:off x="3705813" y="469100"/>
            <a:ext cx="1698597" cy="1698597"/>
          </a:xfrm>
          <a:prstGeom prst="ellipse">
            <a:avLst/>
          </a:prstGeom>
          <a:noFill/>
          <a:ln w="5905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2C18F78-5017-685D-EF1C-EFBEA7E1F29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3555615" y="5596868"/>
            <a:ext cx="607446" cy="5861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1B0BE5-4554-0835-8D5C-E16004AE9A81}"/>
              </a:ext>
            </a:extLst>
          </p:cNvPr>
          <p:cNvSpPr txBox="1"/>
          <p:nvPr/>
        </p:nvSpPr>
        <p:spPr>
          <a:xfrm>
            <a:off x="2050256" y="6211445"/>
            <a:ext cx="971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Installer Link</a:t>
            </a:r>
          </a:p>
        </p:txBody>
      </p:sp>
    </p:spTree>
    <p:extLst>
      <p:ext uri="{BB962C8B-B14F-4D97-AF65-F5344CB8AC3E}">
        <p14:creationId xmlns:p14="http://schemas.microsoft.com/office/powerpoint/2010/main" val="109890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75CD741-C9B0-CC62-D379-AE1553F26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657" y="5954701"/>
            <a:ext cx="388296" cy="3882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E222549-8137-45F1-1A95-52CE0509F153}"/>
              </a:ext>
            </a:extLst>
          </p:cNvPr>
          <p:cNvSpPr txBox="1"/>
          <p:nvPr/>
        </p:nvSpPr>
        <p:spPr>
          <a:xfrm>
            <a:off x="987379" y="6211445"/>
            <a:ext cx="55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Susan</a:t>
            </a:r>
          </a:p>
        </p:txBody>
      </p:sp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791F30-1033-575E-9EF3-2F02D8BFC6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775"/>
          <a:stretch/>
        </p:blipFill>
        <p:spPr>
          <a:xfrm>
            <a:off x="6736002" y="754109"/>
            <a:ext cx="4179345" cy="522326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75DD2A-4056-C7C2-3B75-2B83C31FF45B}"/>
              </a:ext>
            </a:extLst>
          </p:cNvPr>
          <p:cNvSpPr txBox="1">
            <a:spLocks/>
          </p:cNvSpPr>
          <p:nvPr/>
        </p:nvSpPr>
        <p:spPr>
          <a:xfrm>
            <a:off x="838200" y="4171167"/>
            <a:ext cx="3695700" cy="255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169706D-E5C7-AAE3-B702-4825BD0C483E}"/>
              </a:ext>
            </a:extLst>
          </p:cNvPr>
          <p:cNvSpPr txBox="1">
            <a:spLocks/>
          </p:cNvSpPr>
          <p:nvPr/>
        </p:nvSpPr>
        <p:spPr>
          <a:xfrm>
            <a:off x="838200" y="3227487"/>
            <a:ext cx="5120824" cy="10772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Susan downloads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and runs installer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41E13-3071-9679-9D86-DF8A3D010DB1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Protectit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0F0747-83BE-33B9-97A3-F44EBB103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758" y="5734447"/>
            <a:ext cx="357636" cy="3576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427DCF-529A-356F-1398-6D3B01562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1302" y="5734447"/>
            <a:ext cx="357636" cy="357636"/>
          </a:xfrm>
          <a:prstGeom prst="rect">
            <a:avLst/>
          </a:prstGeom>
        </p:spPr>
      </p:pic>
      <p:pic>
        <p:nvPicPr>
          <p:cNvPr id="23" name="Picture 4" descr="Feature: Sell - Acme Revival">
            <a:extLst>
              <a:ext uri="{FF2B5EF4-FFF2-40B4-BE49-F238E27FC236}">
                <a16:creationId xmlns:a16="http://schemas.microsoft.com/office/drawing/2014/main" id="{EE0266E5-1CC5-780A-84E8-F66692931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61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omputer Icon | Circle Addon 2 Iconpack | Martz90">
            <a:extLst>
              <a:ext uri="{FF2B5EF4-FFF2-40B4-BE49-F238E27FC236}">
                <a16:creationId xmlns:a16="http://schemas.microsoft.com/office/drawing/2014/main" id="{E2095B7F-C182-9714-CBFE-4CF7C229B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425" y="5640710"/>
            <a:ext cx="505158" cy="50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Google Shape;14;p2">
            <a:extLst>
              <a:ext uri="{FF2B5EF4-FFF2-40B4-BE49-F238E27FC236}">
                <a16:creationId xmlns:a16="http://schemas.microsoft.com/office/drawing/2014/main" id="{C39E2C7B-93F2-94A4-1561-E0357A8BCF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5907" y="5330022"/>
            <a:ext cx="409796" cy="452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" descr="Female Avatar Girl Face Woman User 9 Vector SVG Icon - SVG Repo">
            <a:extLst>
              <a:ext uri="{FF2B5EF4-FFF2-40B4-BE49-F238E27FC236}">
                <a16:creationId xmlns:a16="http://schemas.microsoft.com/office/drawing/2014/main" id="{916C2BE1-6743-B3FD-D572-9D43AE0E3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96" y="5608701"/>
            <a:ext cx="537166" cy="53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F3FFA52-32FD-55B2-7FB8-4FBC6F1B3113}"/>
              </a:ext>
            </a:extLst>
          </p:cNvPr>
          <p:cNvSpPr txBox="1"/>
          <p:nvPr/>
        </p:nvSpPr>
        <p:spPr>
          <a:xfrm>
            <a:off x="854092" y="4323307"/>
            <a:ext cx="3161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susanworksta.root.acme-corp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9623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75DD2A-4056-C7C2-3B75-2B83C31FF45B}"/>
              </a:ext>
            </a:extLst>
          </p:cNvPr>
          <p:cNvSpPr txBox="1">
            <a:spLocks/>
          </p:cNvSpPr>
          <p:nvPr/>
        </p:nvSpPr>
        <p:spPr>
          <a:xfrm>
            <a:off x="838200" y="4171167"/>
            <a:ext cx="3695700" cy="2550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41E13-3071-9679-9D86-DF8A3D010DB1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Protectit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ED848F-F710-0701-123F-4C4571B08C34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Protectit is being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installed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662D89-5B6D-E71C-B49B-1D505401E96E}"/>
              </a:ext>
            </a:extLst>
          </p:cNvPr>
          <p:cNvGrpSpPr/>
          <p:nvPr/>
        </p:nvGrpSpPr>
        <p:grpSpPr>
          <a:xfrm>
            <a:off x="4584628" y="461854"/>
            <a:ext cx="7139638" cy="4675515"/>
            <a:chOff x="4633784" y="489982"/>
            <a:chExt cx="7139638" cy="467551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6B9D41D-5E78-5832-0AF7-AA4484BBA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3784" y="489982"/>
              <a:ext cx="7139638" cy="467551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58A8C52-5C57-E27C-3645-38807EA3E7F1}"/>
                </a:ext>
              </a:extLst>
            </p:cNvPr>
            <p:cNvSpPr/>
            <p:nvPr/>
          </p:nvSpPr>
          <p:spPr>
            <a:xfrm>
              <a:off x="6537968" y="1348358"/>
              <a:ext cx="5042051" cy="551880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DB60AC2-F9EC-3648-D508-BD1D38FB2092}"/>
              </a:ext>
            </a:extLst>
          </p:cNvPr>
          <p:cNvSpPr txBox="1"/>
          <p:nvPr/>
        </p:nvSpPr>
        <p:spPr>
          <a:xfrm>
            <a:off x="881343" y="6211445"/>
            <a:ext cx="1302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Susan’s Computer</a:t>
            </a:r>
          </a:p>
        </p:txBody>
      </p:sp>
      <p:pic>
        <p:nvPicPr>
          <p:cNvPr id="7" name="Picture 4" descr="Feature: Sell - Acme Revival">
            <a:extLst>
              <a:ext uri="{FF2B5EF4-FFF2-40B4-BE49-F238E27FC236}">
                <a16:creationId xmlns:a16="http://schemas.microsoft.com/office/drawing/2014/main" id="{5036A471-723B-92BE-16DE-8A82C1B17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22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omputer Icon | Circle Addon 2 Iconpack | Martz90">
            <a:extLst>
              <a:ext uri="{FF2B5EF4-FFF2-40B4-BE49-F238E27FC236}">
                <a16:creationId xmlns:a16="http://schemas.microsoft.com/office/drawing/2014/main" id="{FC3CCCF2-18DC-77C6-B0BF-DD4A1E0DD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40" y="5640710"/>
            <a:ext cx="505158" cy="50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E729EB-5356-C19B-1B33-797101178A7C}"/>
              </a:ext>
            </a:extLst>
          </p:cNvPr>
          <p:cNvSpPr txBox="1"/>
          <p:nvPr/>
        </p:nvSpPr>
        <p:spPr>
          <a:xfrm>
            <a:off x="854092" y="4323307"/>
            <a:ext cx="3161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susanworksta.root.acme-corp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30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2A39CA1-BB19-0F3F-EFB2-B079183B691A}"/>
              </a:ext>
            </a:extLst>
          </p:cNvPr>
          <p:cNvGrpSpPr/>
          <p:nvPr/>
        </p:nvGrpSpPr>
        <p:grpSpPr>
          <a:xfrm>
            <a:off x="4543196" y="433339"/>
            <a:ext cx="7292855" cy="4055817"/>
            <a:chOff x="4543196" y="433339"/>
            <a:chExt cx="7292855" cy="405581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E5EECA2-3BA2-BB65-30A0-FFA9C52BF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3196" y="433339"/>
              <a:ext cx="7292855" cy="4055817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89CAC83-0771-9B08-B496-DB9C483E8FE4}"/>
                </a:ext>
              </a:extLst>
            </p:cNvPr>
            <p:cNvSpPr/>
            <p:nvPr/>
          </p:nvSpPr>
          <p:spPr>
            <a:xfrm>
              <a:off x="6613742" y="2267212"/>
              <a:ext cx="4772417" cy="1316248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AAD053C-8F32-233E-8BFF-7466CDBA8CF6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24300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Confirmation to Susan that Protectit was installed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75D19-D504-CAEA-18FF-BA64CFE84A54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Protectit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A52EEB-D737-9DDA-DED4-EBDEC85D8E30}"/>
              </a:ext>
            </a:extLst>
          </p:cNvPr>
          <p:cNvSpPr txBox="1"/>
          <p:nvPr/>
        </p:nvSpPr>
        <p:spPr>
          <a:xfrm>
            <a:off x="881343" y="6211445"/>
            <a:ext cx="1302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Susan’s Computer</a:t>
            </a:r>
          </a:p>
        </p:txBody>
      </p:sp>
      <p:pic>
        <p:nvPicPr>
          <p:cNvPr id="27" name="Picture 4" descr="Feature: Sell - Acme Revival">
            <a:extLst>
              <a:ext uri="{FF2B5EF4-FFF2-40B4-BE49-F238E27FC236}">
                <a16:creationId xmlns:a16="http://schemas.microsoft.com/office/drawing/2014/main" id="{D48E0DF6-F85F-CB51-3BBC-D91957A87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22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Computer Icon | Circle Addon 2 Iconpack | Martz90">
            <a:extLst>
              <a:ext uri="{FF2B5EF4-FFF2-40B4-BE49-F238E27FC236}">
                <a16:creationId xmlns:a16="http://schemas.microsoft.com/office/drawing/2014/main" id="{82E0336D-9BA7-60E0-0E28-970949D9E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40" y="5640710"/>
            <a:ext cx="505158" cy="50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DB132CD-D181-50CD-AD16-04A659C3784A}"/>
              </a:ext>
            </a:extLst>
          </p:cNvPr>
          <p:cNvSpPr txBox="1"/>
          <p:nvPr/>
        </p:nvSpPr>
        <p:spPr>
          <a:xfrm>
            <a:off x="854092" y="4323307"/>
            <a:ext cx="3161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susanworksta.root.acme-corp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6244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E383C24-FCAB-E15B-299B-7EFC5664DF55}"/>
              </a:ext>
            </a:extLst>
          </p:cNvPr>
          <p:cNvSpPr/>
          <p:nvPr/>
        </p:nvSpPr>
        <p:spPr>
          <a:xfrm>
            <a:off x="11937236" y="1353825"/>
            <a:ext cx="540484" cy="608045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886207-27D6-C650-5449-38B7A4372853}"/>
              </a:ext>
            </a:extLst>
          </p:cNvPr>
          <p:cNvSpPr/>
          <p:nvPr/>
        </p:nvSpPr>
        <p:spPr>
          <a:xfrm>
            <a:off x="6861262" y="538162"/>
            <a:ext cx="4591050" cy="57816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48271" sx="95202" sy="95202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D256F3-BCFC-5F01-5A41-E411C82524BE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Protectit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Installation</a:t>
            </a:r>
          </a:p>
        </p:txBody>
      </p:sp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2D0DE07E-ABC8-464E-35DC-27018426D99F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2402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Computer checks in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on FCI SOAR Platform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16F9E8F-CC9F-8A23-A8D0-1BF97CDF3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091" y="3123724"/>
            <a:ext cx="3608635" cy="2806249"/>
          </a:xfrm>
          <a:prstGeom prst="rect">
            <a:avLst/>
          </a:prstGeom>
        </p:spPr>
      </p:pic>
      <p:pic>
        <p:nvPicPr>
          <p:cNvPr id="30" name="Picture 4" descr="Feature: Sell - Acme Revival">
            <a:extLst>
              <a:ext uri="{FF2B5EF4-FFF2-40B4-BE49-F238E27FC236}">
                <a16:creationId xmlns:a16="http://schemas.microsoft.com/office/drawing/2014/main" id="{84D5491F-2950-B733-BBD3-20480417B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050" y="1063015"/>
            <a:ext cx="1009433" cy="44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DE5B196-873F-8C1B-E9EC-3C64B8CE6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8528" y="1342051"/>
            <a:ext cx="1437974" cy="1437974"/>
          </a:xfrm>
          <a:prstGeom prst="rect">
            <a:avLst/>
          </a:prstGeom>
        </p:spPr>
      </p:pic>
      <p:pic>
        <p:nvPicPr>
          <p:cNvPr id="3" name="Picture 2" descr="Computer Icon | Circle Addon 2 Iconpack | Martz90">
            <a:extLst>
              <a:ext uri="{FF2B5EF4-FFF2-40B4-BE49-F238E27FC236}">
                <a16:creationId xmlns:a16="http://schemas.microsoft.com/office/drawing/2014/main" id="{6CAE2AC6-C0C2-EDAB-37BF-2DD01E667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246" y="1657847"/>
            <a:ext cx="607446" cy="60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E08D77-0094-DDE6-44A0-6333527EA0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058038" flipV="1">
            <a:off x="8913386" y="1619188"/>
            <a:ext cx="608045" cy="6080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C38B33A-25F3-8D6D-E06C-5B5799DE7A62}"/>
              </a:ext>
            </a:extLst>
          </p:cNvPr>
          <p:cNvSpPr/>
          <p:nvPr/>
        </p:nvSpPr>
        <p:spPr>
          <a:xfrm rot="10444465">
            <a:off x="12575043" y="2485907"/>
            <a:ext cx="540484" cy="608045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C99C2E-5B9A-4BFC-72D3-F6E6BC4752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9146043" y="2512182"/>
            <a:ext cx="608045" cy="6080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07865D-D32C-4545-2FCC-AE5A35448D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2755" y="5734447"/>
            <a:ext cx="357636" cy="357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1C64A7-9402-6F8F-4CA7-93F3F8EE07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3299" y="5734447"/>
            <a:ext cx="357636" cy="3576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F12429D-20E7-C750-35A1-716994C2C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485" y="5391060"/>
            <a:ext cx="1194340" cy="92877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C07AEF3-63A5-31CF-63ED-331FC44FDD3D}"/>
              </a:ext>
            </a:extLst>
          </p:cNvPr>
          <p:cNvSpPr txBox="1"/>
          <p:nvPr/>
        </p:nvSpPr>
        <p:spPr>
          <a:xfrm>
            <a:off x="2295502" y="5525670"/>
            <a:ext cx="10834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TECHNICAL</a:t>
            </a:r>
            <a:br>
              <a:rPr lang="en-US" sz="1100" b="1" dirty="0"/>
            </a:br>
            <a:r>
              <a:rPr lang="en-US" sz="1100" b="1" dirty="0"/>
              <a:t>INFORMATION &amp; CYBER</a:t>
            </a:r>
            <a:br>
              <a:rPr lang="en-US" sz="1100" b="1" dirty="0"/>
            </a:br>
            <a:r>
              <a:rPr lang="en-US" sz="1100" b="1" dirty="0"/>
              <a:t>POSTURE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7CDF2C-CAD1-6898-22FE-5F6958F8F280}"/>
              </a:ext>
            </a:extLst>
          </p:cNvPr>
          <p:cNvSpPr txBox="1"/>
          <p:nvPr/>
        </p:nvSpPr>
        <p:spPr>
          <a:xfrm>
            <a:off x="881343" y="6211445"/>
            <a:ext cx="1302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Susan’s Computer</a:t>
            </a:r>
          </a:p>
        </p:txBody>
      </p:sp>
      <p:pic>
        <p:nvPicPr>
          <p:cNvPr id="25" name="Picture 4" descr="Feature: Sell - Acme Revival">
            <a:extLst>
              <a:ext uri="{FF2B5EF4-FFF2-40B4-BE49-F238E27FC236}">
                <a16:creationId xmlns:a16="http://schemas.microsoft.com/office/drawing/2014/main" id="{1679D4DA-D0D2-7A5F-342E-50D83D9BA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22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Computer Icon | Circle Addon 2 Iconpack | Martz90">
            <a:extLst>
              <a:ext uri="{FF2B5EF4-FFF2-40B4-BE49-F238E27FC236}">
                <a16:creationId xmlns:a16="http://schemas.microsoft.com/office/drawing/2014/main" id="{A656F6ED-CF45-F0CC-0515-D15F7FC23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40" y="5640710"/>
            <a:ext cx="505158" cy="50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7E1EBD0-0CE0-59BD-ED3E-FDEE4A3F44B5}"/>
              </a:ext>
            </a:extLst>
          </p:cNvPr>
          <p:cNvSpPr txBox="1"/>
          <p:nvPr/>
        </p:nvSpPr>
        <p:spPr>
          <a:xfrm>
            <a:off x="854092" y="4323307"/>
            <a:ext cx="3161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susanworksta.root.acme-corp </a:t>
            </a:r>
          </a:p>
        </p:txBody>
      </p:sp>
    </p:spTree>
    <p:extLst>
      <p:ext uri="{BB962C8B-B14F-4D97-AF65-F5344CB8AC3E}">
        <p14:creationId xmlns:p14="http://schemas.microsoft.com/office/powerpoint/2010/main" val="2376383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E383C24-FCAB-E15B-299B-7EFC5664DF5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886207-27D6-C650-5449-38B7A4372853}"/>
              </a:ext>
            </a:extLst>
          </p:cNvPr>
          <p:cNvSpPr/>
          <p:nvPr/>
        </p:nvSpPr>
        <p:spPr>
          <a:xfrm>
            <a:off x="6861262" y="538162"/>
            <a:ext cx="4591050" cy="57816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48271" sx="95202" sy="95202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DBF80-9875-28C1-E6FA-C7BF354B6782}"/>
              </a:ext>
            </a:extLst>
          </p:cNvPr>
          <p:cNvSpPr txBox="1"/>
          <p:nvPr/>
        </p:nvSpPr>
        <p:spPr>
          <a:xfrm>
            <a:off x="7242262" y="1843387"/>
            <a:ext cx="382905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From: 	FCI	</a:t>
            </a:r>
          </a:p>
          <a:p>
            <a:endParaRPr 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To:	CISO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First Checked-In Notification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Dear CISO,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susanworksta.root.acme-corp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checked in for the first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0C90A-057C-D2CE-C8F4-E0D7EE268D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7349" y="671812"/>
            <a:ext cx="1018876" cy="101887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80CF4F-4420-4E37-BDE4-B392089DB3F6}"/>
              </a:ext>
            </a:extLst>
          </p:cNvPr>
          <p:cNvCxnSpPr/>
          <p:nvPr/>
        </p:nvCxnSpPr>
        <p:spPr>
          <a:xfrm>
            <a:off x="7299412" y="3333750"/>
            <a:ext cx="3714750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D256F3-BCFC-5F01-5A41-E411C82524BE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Checked-In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Notification</a:t>
            </a:r>
          </a:p>
        </p:txBody>
      </p:sp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8B73118-5DFF-4217-4071-4E7960D558C9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FCI sends notification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to CISO </a:t>
            </a:r>
          </a:p>
        </p:txBody>
      </p:sp>
      <p:pic>
        <p:nvPicPr>
          <p:cNvPr id="18" name="Google Shape;14;p2">
            <a:extLst>
              <a:ext uri="{FF2B5EF4-FFF2-40B4-BE49-F238E27FC236}">
                <a16:creationId xmlns:a16="http://schemas.microsoft.com/office/drawing/2014/main" id="{5F38A847-5765-A7AB-1D80-B5BB595F77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520" y="5621266"/>
            <a:ext cx="477033" cy="526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70384A-1AA2-038B-CA35-33CC1FDB22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41937" y="5667074"/>
            <a:ext cx="526382" cy="526382"/>
          </a:xfrm>
          <a:prstGeom prst="rect">
            <a:avLst/>
          </a:prstGeom>
        </p:spPr>
      </p:pic>
      <p:pic>
        <p:nvPicPr>
          <p:cNvPr id="20" name="Picture 2" descr="Business man, male, user, avatar, profile, person, man icon - Free download">
            <a:extLst>
              <a:ext uri="{FF2B5EF4-FFF2-40B4-BE49-F238E27FC236}">
                <a16:creationId xmlns:a16="http://schemas.microsoft.com/office/drawing/2014/main" id="{CD739736-DCE4-B2EF-90BB-D149C1620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754" y="5615050"/>
            <a:ext cx="555164" cy="55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E4F105-1291-0913-BF5A-5247F981B4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0758" y="5734447"/>
            <a:ext cx="357636" cy="35763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7DD9C08-97ED-AF01-6F6A-2194E5F03E8B}"/>
              </a:ext>
            </a:extLst>
          </p:cNvPr>
          <p:cNvSpPr txBox="1"/>
          <p:nvPr/>
        </p:nvSpPr>
        <p:spPr>
          <a:xfrm>
            <a:off x="3620328" y="6211445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CISO</a:t>
            </a:r>
          </a:p>
        </p:txBody>
      </p:sp>
      <p:pic>
        <p:nvPicPr>
          <p:cNvPr id="23" name="Picture 4" descr="Feature: Sell - Acme Revival">
            <a:extLst>
              <a:ext uri="{FF2B5EF4-FFF2-40B4-BE49-F238E27FC236}">
                <a16:creationId xmlns:a16="http://schemas.microsoft.com/office/drawing/2014/main" id="{60464473-2D71-B90F-BED8-2A419BCBC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233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F024DD8-985E-0D1E-334B-B0F2B1BE0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1302" y="5734447"/>
            <a:ext cx="357636" cy="35763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16F5122-FE7E-CDD9-23D2-43D95658E545}"/>
              </a:ext>
            </a:extLst>
          </p:cNvPr>
          <p:cNvSpPr txBox="1"/>
          <p:nvPr/>
        </p:nvSpPr>
        <p:spPr>
          <a:xfrm>
            <a:off x="2045451" y="5149615"/>
            <a:ext cx="919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Checked-In</a:t>
            </a:r>
            <a:br>
              <a:rPr lang="en-US" sz="1200" dirty="0"/>
            </a:br>
            <a:r>
              <a:rPr lang="en-US" sz="1200" dirty="0"/>
              <a:t>Notification</a:t>
            </a:r>
          </a:p>
        </p:txBody>
      </p:sp>
    </p:spTree>
    <p:extLst>
      <p:ext uri="{BB962C8B-B14F-4D97-AF65-F5344CB8AC3E}">
        <p14:creationId xmlns:p14="http://schemas.microsoft.com/office/powerpoint/2010/main" val="951816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AAD053C-8F32-233E-8BFF-7466CDBA8CF6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Full-Disk Encryption: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Bold" pitchFamily="2" charset="77"/>
              </a:rPr>
              <a:t>Off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75D19-D504-CAEA-18FF-BA64CFE84A54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Computer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Cyber Settings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B08B1-88D7-D6F1-DDDD-5EE60DBB9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024" y="1311254"/>
            <a:ext cx="5481719" cy="4329456"/>
          </a:xfrm>
          <a:prstGeom prst="rect">
            <a:avLst/>
          </a:prstGeom>
        </p:spPr>
      </p:pic>
      <p:pic>
        <p:nvPicPr>
          <p:cNvPr id="17" name="Picture 4" descr="Feature: Sell - Acme Revival">
            <a:extLst>
              <a:ext uri="{FF2B5EF4-FFF2-40B4-BE49-F238E27FC236}">
                <a16:creationId xmlns:a16="http://schemas.microsoft.com/office/drawing/2014/main" id="{8BB69ACD-3B32-635A-5CA5-D4873C48B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22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omputer Icon | Circle Addon 2 Iconpack | Martz90">
            <a:extLst>
              <a:ext uri="{FF2B5EF4-FFF2-40B4-BE49-F238E27FC236}">
                <a16:creationId xmlns:a16="http://schemas.microsoft.com/office/drawing/2014/main" id="{E2A7A06B-C000-EC41-9C5F-9BD242595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40" y="5640710"/>
            <a:ext cx="505158" cy="50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C090A7-193C-AE4F-F715-0AC57CC7560A}"/>
              </a:ext>
            </a:extLst>
          </p:cNvPr>
          <p:cNvSpPr txBox="1"/>
          <p:nvPr/>
        </p:nvSpPr>
        <p:spPr>
          <a:xfrm>
            <a:off x="881343" y="6211445"/>
            <a:ext cx="1302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Susan’s Computer</a:t>
            </a:r>
          </a:p>
        </p:txBody>
      </p:sp>
    </p:spTree>
    <p:extLst>
      <p:ext uri="{BB962C8B-B14F-4D97-AF65-F5344CB8AC3E}">
        <p14:creationId xmlns:p14="http://schemas.microsoft.com/office/powerpoint/2010/main" val="2408845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AAD053C-8F32-233E-8BFF-7466CDBA8CF6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Screen Saver: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Bold" pitchFamily="2" charset="77"/>
              </a:rPr>
              <a:t>None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75D19-D504-CAEA-18FF-BA64CFE84A54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Computer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Cyber Settings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568E5B-04FD-9E80-C5CC-503D644A9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978" y="1254191"/>
            <a:ext cx="4966362" cy="45677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A51310-80F5-7BAD-3B29-6A3CD8F2CBD2}"/>
              </a:ext>
            </a:extLst>
          </p:cNvPr>
          <p:cNvSpPr txBox="1"/>
          <p:nvPr/>
        </p:nvSpPr>
        <p:spPr>
          <a:xfrm>
            <a:off x="881343" y="6211445"/>
            <a:ext cx="1302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Susan’s Computer</a:t>
            </a:r>
          </a:p>
        </p:txBody>
      </p:sp>
      <p:pic>
        <p:nvPicPr>
          <p:cNvPr id="10" name="Picture 4" descr="Feature: Sell - Acme Revival">
            <a:extLst>
              <a:ext uri="{FF2B5EF4-FFF2-40B4-BE49-F238E27FC236}">
                <a16:creationId xmlns:a16="http://schemas.microsoft.com/office/drawing/2014/main" id="{A54A6D0D-D1AC-BF1E-227C-E53323F9D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22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omputer Icon | Circle Addon 2 Iconpack | Martz90">
            <a:extLst>
              <a:ext uri="{FF2B5EF4-FFF2-40B4-BE49-F238E27FC236}">
                <a16:creationId xmlns:a16="http://schemas.microsoft.com/office/drawing/2014/main" id="{43016336-80CD-28CC-E4F5-E6F69B5E4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40" y="5640710"/>
            <a:ext cx="505158" cy="50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494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AAD053C-8F32-233E-8BFF-7466CDBA8CF6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Antivirus: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Poppins ExtraBold" pitchFamily="2" charset="77"/>
              </a:rPr>
              <a:t>None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75D19-D504-CAEA-18FF-BA64CFE84A54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Computer</a:t>
            </a:r>
            <a:b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Cyber Settings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8F82E-7AA3-1603-57C1-4A03C70FE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297" y="1113111"/>
            <a:ext cx="3429000" cy="4203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90956A-289F-2E5B-3D61-BF36966E9997}"/>
              </a:ext>
            </a:extLst>
          </p:cNvPr>
          <p:cNvSpPr txBox="1"/>
          <p:nvPr/>
        </p:nvSpPr>
        <p:spPr>
          <a:xfrm>
            <a:off x="881343" y="6211445"/>
            <a:ext cx="1302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Susan’s Computer</a:t>
            </a:r>
          </a:p>
        </p:txBody>
      </p:sp>
      <p:pic>
        <p:nvPicPr>
          <p:cNvPr id="13" name="Picture 4" descr="Feature: Sell - Acme Revival">
            <a:extLst>
              <a:ext uri="{FF2B5EF4-FFF2-40B4-BE49-F238E27FC236}">
                <a16:creationId xmlns:a16="http://schemas.microsoft.com/office/drawing/2014/main" id="{81C503C0-A711-2109-BCA9-3914B4146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22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omputer Icon | Circle Addon 2 Iconpack | Martz90">
            <a:extLst>
              <a:ext uri="{FF2B5EF4-FFF2-40B4-BE49-F238E27FC236}">
                <a16:creationId xmlns:a16="http://schemas.microsoft.com/office/drawing/2014/main" id="{340AB3A5-BA72-7F49-9E48-11867EC20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40" y="5640710"/>
            <a:ext cx="505158" cy="50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469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E383C24-FCAB-E15B-299B-7EFC5664DF5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>
              <a:alpha val="49412"/>
            </a:srgb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886207-27D6-C650-5449-38B7A4372853}"/>
              </a:ext>
            </a:extLst>
          </p:cNvPr>
          <p:cNvSpPr/>
          <p:nvPr/>
        </p:nvSpPr>
        <p:spPr>
          <a:xfrm>
            <a:off x="6861262" y="538162"/>
            <a:ext cx="4591050" cy="57816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48271" sx="95202" sy="95202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DBF80-9875-28C1-E6FA-C7BF354B6782}"/>
              </a:ext>
            </a:extLst>
          </p:cNvPr>
          <p:cNvSpPr txBox="1"/>
          <p:nvPr/>
        </p:nvSpPr>
        <p:spPr>
          <a:xfrm>
            <a:off x="7242262" y="1843387"/>
            <a:ext cx="382905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From: 	FCI	</a:t>
            </a:r>
          </a:p>
          <a:p>
            <a:endParaRPr lang="en-US" sz="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To:	CISO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Protectit Asset Inventory Reports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Dear CISO,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Attached are your Asset Inventory Reports.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0C90A-057C-D2CE-C8F4-E0D7EE268D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7349" y="671812"/>
            <a:ext cx="1018876" cy="101887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80CF4F-4420-4E37-BDE4-B392089DB3F6}"/>
              </a:ext>
            </a:extLst>
          </p:cNvPr>
          <p:cNvCxnSpPr/>
          <p:nvPr/>
        </p:nvCxnSpPr>
        <p:spPr>
          <a:xfrm>
            <a:off x="7299412" y="3333750"/>
            <a:ext cx="3714750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D256F3-BCFC-5F01-5A41-E411C82524BE}"/>
              </a:ext>
            </a:extLst>
          </p:cNvPr>
          <p:cNvSpPr txBox="1"/>
          <p:nvPr/>
        </p:nvSpPr>
        <p:spPr>
          <a:xfrm>
            <a:off x="854092" y="2168861"/>
            <a:ext cx="5120824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Asset Inventory</a:t>
            </a:r>
          </a:p>
          <a:p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Reports</a:t>
            </a:r>
          </a:p>
        </p:txBody>
      </p:sp>
      <p:pic>
        <p:nvPicPr>
          <p:cNvPr id="15" name="Google Shape;14;p2">
            <a:extLst>
              <a:ext uri="{FF2B5EF4-FFF2-40B4-BE49-F238E27FC236}">
                <a16:creationId xmlns:a16="http://schemas.microsoft.com/office/drawing/2014/main" id="{038D68FF-66AB-EC5F-FB55-80A09FED28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754109"/>
            <a:ext cx="906399" cy="100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8B73118-5DFF-4217-4071-4E7960D558C9}"/>
              </a:ext>
            </a:extLst>
          </p:cNvPr>
          <p:cNvSpPr txBox="1">
            <a:spLocks/>
          </p:cNvSpPr>
          <p:nvPr/>
        </p:nvSpPr>
        <p:spPr>
          <a:xfrm>
            <a:off x="838200" y="3214961"/>
            <a:ext cx="5120824" cy="1507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FCI sends reports</a:t>
            </a:r>
            <a:b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  <a:cs typeface="Poppins ExtraBold" pitchFamily="2" charset="77"/>
              </a:rPr>
              <a:t>to CISO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B12F50-4A29-C2B2-A345-612C12F55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462" y="2795587"/>
            <a:ext cx="342900" cy="355600"/>
          </a:xfrm>
          <a:prstGeom prst="rect">
            <a:avLst/>
          </a:prstGeom>
        </p:spPr>
      </p:pic>
      <p:pic>
        <p:nvPicPr>
          <p:cNvPr id="9" name="Google Shape;14;p2">
            <a:extLst>
              <a:ext uri="{FF2B5EF4-FFF2-40B4-BE49-F238E27FC236}">
                <a16:creationId xmlns:a16="http://schemas.microsoft.com/office/drawing/2014/main" id="{7F007205-0E12-59BA-9170-429D1B7A24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1520" y="5621266"/>
            <a:ext cx="477033" cy="526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68B312-812D-E510-8B69-2C5B7236D4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41937" y="5667074"/>
            <a:ext cx="526382" cy="526382"/>
          </a:xfrm>
          <a:prstGeom prst="rect">
            <a:avLst/>
          </a:prstGeom>
        </p:spPr>
      </p:pic>
      <p:pic>
        <p:nvPicPr>
          <p:cNvPr id="13" name="Picture 2" descr="Business man, male, user, avatar, profile, person, man icon - Free download">
            <a:extLst>
              <a:ext uri="{FF2B5EF4-FFF2-40B4-BE49-F238E27FC236}">
                <a16:creationId xmlns:a16="http://schemas.microsoft.com/office/drawing/2014/main" id="{63CEE703-6294-5111-6082-1E89A7F58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754" y="5615050"/>
            <a:ext cx="555164" cy="55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A0D4F5-CFFC-C8F4-4A05-F9FABDDB8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0758" y="5734447"/>
            <a:ext cx="357636" cy="3576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89BE3A-AB78-F653-04BF-3E8651DA119C}"/>
              </a:ext>
            </a:extLst>
          </p:cNvPr>
          <p:cNvSpPr txBox="1"/>
          <p:nvPr/>
        </p:nvSpPr>
        <p:spPr>
          <a:xfrm>
            <a:off x="3620328" y="6211445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CISO</a:t>
            </a:r>
          </a:p>
        </p:txBody>
      </p:sp>
      <p:pic>
        <p:nvPicPr>
          <p:cNvPr id="18" name="Picture 4" descr="Feature: Sell - Acme Revival">
            <a:extLst>
              <a:ext uri="{FF2B5EF4-FFF2-40B4-BE49-F238E27FC236}">
                <a16:creationId xmlns:a16="http://schemas.microsoft.com/office/drawing/2014/main" id="{B1671D05-B30D-E1C8-7624-1D08991FC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233" y="5172205"/>
            <a:ext cx="790133" cy="34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0AE1E9-49AB-E223-77BF-68F1C4CB67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1302" y="5734447"/>
            <a:ext cx="357636" cy="35763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FAD09C7-A35D-E846-FF0B-F669E3EA4619}"/>
              </a:ext>
            </a:extLst>
          </p:cNvPr>
          <p:cNvSpPr txBox="1"/>
          <p:nvPr/>
        </p:nvSpPr>
        <p:spPr>
          <a:xfrm>
            <a:off x="2116115" y="5144204"/>
            <a:ext cx="778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Inventory</a:t>
            </a:r>
            <a:br>
              <a:rPr lang="en-US" sz="1200" dirty="0"/>
            </a:br>
            <a:r>
              <a:rPr lang="en-US" sz="1200" dirty="0"/>
              <a:t>Reports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EDC69D0-CE92-7245-051A-F06EA8CE9C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3542" y="4966130"/>
            <a:ext cx="3267700" cy="105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090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728B7CB0AB0F44AD07F77726D618CF" ma:contentTypeVersion="18" ma:contentTypeDescription="Create a new document." ma:contentTypeScope="" ma:versionID="d64584f67956fb6c7123727cde55f32d">
  <xsd:schema xmlns:xsd="http://www.w3.org/2001/XMLSchema" xmlns:xs="http://www.w3.org/2001/XMLSchema" xmlns:p="http://schemas.microsoft.com/office/2006/metadata/properties" xmlns:ns2="702a17bc-2da2-4fb7-a4fb-c10936b8d7de" xmlns:ns3="7e81ff0a-7b47-4573-8501-a4583f78be9e" targetNamespace="http://schemas.microsoft.com/office/2006/metadata/properties" ma:root="true" ma:fieldsID="7e724edce0b58e36071777a41bee58bd" ns2:_="" ns3:_="">
    <xsd:import namespace="702a17bc-2da2-4fb7-a4fb-c10936b8d7de"/>
    <xsd:import namespace="7e81ff0a-7b47-4573-8501-a4583f78b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a17bc-2da2-4fb7-a4fb-c10936b8d7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a034fc-6895-452d-a915-0a000c850d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1ff0a-7b47-4573-8501-a4583f78be9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d230236-568f-48c0-ac19-1179709fa75a}" ma:internalName="TaxCatchAll" ma:showField="CatchAllData" ma:web="7e81ff0a-7b47-4573-8501-a4583f78be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2a17bc-2da2-4fb7-a4fb-c10936b8d7de">
      <Terms xmlns="http://schemas.microsoft.com/office/infopath/2007/PartnerControls"/>
    </lcf76f155ced4ddcb4097134ff3c332f>
    <TaxCatchAll xmlns="7e81ff0a-7b47-4573-8501-a4583f78be9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C07598-4F7D-4E1A-B352-E14FDAD0EB51}"/>
</file>

<file path=customXml/itemProps2.xml><?xml version="1.0" encoding="utf-8"?>
<ds:datastoreItem xmlns:ds="http://schemas.openxmlformats.org/officeDocument/2006/customXml" ds:itemID="{078DA0B4-C701-4B0C-8F4B-951E4ED3CDC8}">
  <ds:schemaRefs>
    <ds:schemaRef ds:uri="702a17bc-2da2-4fb7-a4fb-c10936b8d7de"/>
    <ds:schemaRef ds:uri="http://purl.org/dc/dcmitype/"/>
    <ds:schemaRef ds:uri="http://purl.org/dc/terms/"/>
    <ds:schemaRef ds:uri="7e81ff0a-7b47-4573-8501-a4583f78be9e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CB31623-A10E-4792-9379-418E9DB430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372</Words>
  <Application>Microsoft Macintosh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Open Sans</vt:lpstr>
      <vt:lpstr>Office Theme</vt:lpstr>
      <vt:lpstr>Endpoint Cyber Safeguard &amp; Compliance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 Guyaux</dc:creator>
  <cp:lastModifiedBy>Vincent Guyaux</cp:lastModifiedBy>
  <cp:revision>5</cp:revision>
  <dcterms:created xsi:type="dcterms:W3CDTF">2019-04-23T18:39:58Z</dcterms:created>
  <dcterms:modified xsi:type="dcterms:W3CDTF">2023-06-19T02:55:10Z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0x01010029728B7CB0AB0F44AD07F77726D618CF</vt:lpwstr>
  </property>
  <property fmtid="{D5CDD505-2E9C-101B-9397-08002B2CF9AE}" pid="3" name="MediaServiceImageTags">
    <vt:lpwstr/>
  </property>
</Properties>
</file>