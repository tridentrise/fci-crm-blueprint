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3" r:id="rId5"/>
    <p:sldId id="262" r:id="rId6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242"/>
    <a:srgbClr val="CF1F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87" d="100"/>
          <a:sy n="87" d="100"/>
        </p:scale>
        <p:origin x="34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t Guyaux" userId="849a79fd-172d-43c3-9fa0-af98b21dc4cb" providerId="ADAL" clId="{E4F02E2B-6A1F-C240-8CCC-051D1A5F14F6}"/>
    <pc:docChg chg="delSld">
      <pc:chgData name="Vincent Guyaux" userId="849a79fd-172d-43c3-9fa0-af98b21dc4cb" providerId="ADAL" clId="{E4F02E2B-6A1F-C240-8CCC-051D1A5F14F6}" dt="2024-02-14T18:28:04.295" v="3" actId="2696"/>
      <pc:docMkLst>
        <pc:docMk/>
      </pc:docMkLst>
      <pc:sldChg chg="del">
        <pc:chgData name="Vincent Guyaux" userId="849a79fd-172d-43c3-9fa0-af98b21dc4cb" providerId="ADAL" clId="{E4F02E2B-6A1F-C240-8CCC-051D1A5F14F6}" dt="2024-02-14T18:28:03.166" v="2" actId="2696"/>
        <pc:sldMkLst>
          <pc:docMk/>
          <pc:sldMk cId="3106075270" sldId="264"/>
        </pc:sldMkLst>
      </pc:sldChg>
      <pc:sldChg chg="del">
        <pc:chgData name="Vincent Guyaux" userId="849a79fd-172d-43c3-9fa0-af98b21dc4cb" providerId="ADAL" clId="{E4F02E2B-6A1F-C240-8CCC-051D1A5F14F6}" dt="2024-02-14T18:28:04.295" v="3" actId="2696"/>
        <pc:sldMkLst>
          <pc:docMk/>
          <pc:sldMk cId="405756065" sldId="265"/>
        </pc:sldMkLst>
      </pc:sldChg>
      <pc:sldChg chg="del">
        <pc:chgData name="Vincent Guyaux" userId="849a79fd-172d-43c3-9fa0-af98b21dc4cb" providerId="ADAL" clId="{E4F02E2B-6A1F-C240-8CCC-051D1A5F14F6}" dt="2024-02-14T18:27:57.330" v="0" actId="2696"/>
        <pc:sldMkLst>
          <pc:docMk/>
          <pc:sldMk cId="385781582" sldId="266"/>
        </pc:sldMkLst>
      </pc:sldChg>
      <pc:sldChg chg="del">
        <pc:chgData name="Vincent Guyaux" userId="849a79fd-172d-43c3-9fa0-af98b21dc4cb" providerId="ADAL" clId="{E4F02E2B-6A1F-C240-8CCC-051D1A5F14F6}" dt="2024-02-14T18:28:01.662" v="1" actId="2696"/>
        <pc:sldMkLst>
          <pc:docMk/>
          <pc:sldMk cId="2268337468" sldId="267"/>
        </pc:sldMkLst>
      </pc:sldChg>
    </pc:docChg>
  </pc:docChgLst>
  <pc:docChgLst>
    <pc:chgData name="Kaitlyn Melendez" userId="94596dde-c998-4f2d-b235-99084265d2ba" providerId="ADAL" clId="{473B9B10-7A4E-4954-B63F-BA221BE620A7}"/>
    <pc:docChg chg="undo custSel addSld modSld sldOrd">
      <pc:chgData name="Kaitlyn Melendez" userId="94596dde-c998-4f2d-b235-99084265d2ba" providerId="ADAL" clId="{473B9B10-7A4E-4954-B63F-BA221BE620A7}" dt="2024-02-05T16:05:46.429" v="28" actId="478"/>
      <pc:docMkLst>
        <pc:docMk/>
      </pc:docMkLst>
      <pc:sldChg chg="delSp modSp add mod ord">
        <pc:chgData name="Kaitlyn Melendez" userId="94596dde-c998-4f2d-b235-99084265d2ba" providerId="ADAL" clId="{473B9B10-7A4E-4954-B63F-BA221BE620A7}" dt="2024-02-05T16:05:46.429" v="28" actId="478"/>
        <pc:sldMkLst>
          <pc:docMk/>
          <pc:sldMk cId="3106075270" sldId="264"/>
        </pc:sldMkLst>
        <pc:spChg chg="mod">
          <ac:chgData name="Kaitlyn Melendez" userId="94596dde-c998-4f2d-b235-99084265d2ba" providerId="ADAL" clId="{473B9B10-7A4E-4954-B63F-BA221BE620A7}" dt="2024-02-05T16:00:13.340" v="7" actId="207"/>
          <ac:spMkLst>
            <pc:docMk/>
            <pc:sldMk cId="3106075270" sldId="264"/>
            <ac:spMk id="4" creationId="{E3074538-7C7B-CE7D-C121-7D94E9F379AB}"/>
          </ac:spMkLst>
        </pc:spChg>
        <pc:spChg chg="mod">
          <ac:chgData name="Kaitlyn Melendez" userId="94596dde-c998-4f2d-b235-99084265d2ba" providerId="ADAL" clId="{473B9B10-7A4E-4954-B63F-BA221BE620A7}" dt="2024-02-05T16:00:18.323" v="8" actId="207"/>
          <ac:spMkLst>
            <pc:docMk/>
            <pc:sldMk cId="3106075270" sldId="264"/>
            <ac:spMk id="10" creationId="{29D3CD38-E992-838B-1FD9-A9C962F14032}"/>
          </ac:spMkLst>
        </pc:spChg>
        <pc:spChg chg="mod">
          <ac:chgData name="Kaitlyn Melendez" userId="94596dde-c998-4f2d-b235-99084265d2ba" providerId="ADAL" clId="{473B9B10-7A4E-4954-B63F-BA221BE620A7}" dt="2024-02-05T16:03:24.899" v="24" actId="207"/>
          <ac:spMkLst>
            <pc:docMk/>
            <pc:sldMk cId="3106075270" sldId="264"/>
            <ac:spMk id="15" creationId="{9129B688-9AA7-3595-B2AC-4AF7D294E05F}"/>
          </ac:spMkLst>
        </pc:spChg>
        <pc:spChg chg="mod">
          <ac:chgData name="Kaitlyn Melendez" userId="94596dde-c998-4f2d-b235-99084265d2ba" providerId="ADAL" clId="{473B9B10-7A4E-4954-B63F-BA221BE620A7}" dt="2024-02-05T16:03:35.222" v="26" actId="2085"/>
          <ac:spMkLst>
            <pc:docMk/>
            <pc:sldMk cId="3106075270" sldId="264"/>
            <ac:spMk id="16" creationId="{5AE778A2-D17C-0255-AD17-B7322BCCA7AB}"/>
          </ac:spMkLst>
        </pc:spChg>
        <pc:spChg chg="mod">
          <ac:chgData name="Kaitlyn Melendez" userId="94596dde-c998-4f2d-b235-99084265d2ba" providerId="ADAL" clId="{473B9B10-7A4E-4954-B63F-BA221BE620A7}" dt="2024-02-05T16:00:34.468" v="9" actId="207"/>
          <ac:spMkLst>
            <pc:docMk/>
            <pc:sldMk cId="3106075270" sldId="264"/>
            <ac:spMk id="19" creationId="{1A1A0A64-74C5-2795-B7C8-F5BAB7F46CB1}"/>
          </ac:spMkLst>
        </pc:spChg>
        <pc:spChg chg="mod">
          <ac:chgData name="Kaitlyn Melendez" userId="94596dde-c998-4f2d-b235-99084265d2ba" providerId="ADAL" clId="{473B9B10-7A4E-4954-B63F-BA221BE620A7}" dt="2024-02-05T15:59:47.750" v="4" actId="207"/>
          <ac:spMkLst>
            <pc:docMk/>
            <pc:sldMk cId="3106075270" sldId="264"/>
            <ac:spMk id="20" creationId="{B35CA9BB-759B-EE1C-4C27-468DADA0CAA2}"/>
          </ac:spMkLst>
        </pc:spChg>
        <pc:spChg chg="mod">
          <ac:chgData name="Kaitlyn Melendez" userId="94596dde-c998-4f2d-b235-99084265d2ba" providerId="ADAL" clId="{473B9B10-7A4E-4954-B63F-BA221BE620A7}" dt="2024-02-05T16:01:18.235" v="10" actId="207"/>
          <ac:spMkLst>
            <pc:docMk/>
            <pc:sldMk cId="3106075270" sldId="264"/>
            <ac:spMk id="26" creationId="{FA45FCA1-775C-ACEF-4B11-795689D47735}"/>
          </ac:spMkLst>
        </pc:spChg>
        <pc:picChg chg="del">
          <ac:chgData name="Kaitlyn Melendez" userId="94596dde-c998-4f2d-b235-99084265d2ba" providerId="ADAL" clId="{473B9B10-7A4E-4954-B63F-BA221BE620A7}" dt="2024-02-05T16:05:46.429" v="28" actId="478"/>
          <ac:picMkLst>
            <pc:docMk/>
            <pc:sldMk cId="3106075270" sldId="264"/>
            <ac:picMk id="33" creationId="{E6D1E3F0-4DE0-15AC-C8D9-841671ECA9FE}"/>
          </ac:picMkLst>
        </pc:picChg>
      </pc:sldChg>
      <pc:sldChg chg="delSp modSp add mod">
        <pc:chgData name="Kaitlyn Melendez" userId="94596dde-c998-4f2d-b235-99084265d2ba" providerId="ADAL" clId="{473B9B10-7A4E-4954-B63F-BA221BE620A7}" dt="2024-02-05T16:05:42.067" v="27" actId="478"/>
        <pc:sldMkLst>
          <pc:docMk/>
          <pc:sldMk cId="405756065" sldId="265"/>
        </pc:sldMkLst>
        <pc:spChg chg="mod">
          <ac:chgData name="Kaitlyn Melendez" userId="94596dde-c998-4f2d-b235-99084265d2ba" providerId="ADAL" clId="{473B9B10-7A4E-4954-B63F-BA221BE620A7}" dt="2024-02-05T16:02:28.572" v="17" actId="2085"/>
          <ac:spMkLst>
            <pc:docMk/>
            <pc:sldMk cId="405756065" sldId="265"/>
            <ac:spMk id="14" creationId="{C09F67C7-1344-907C-55C1-FF484847AC17}"/>
          </ac:spMkLst>
        </pc:spChg>
        <pc:spChg chg="mod">
          <ac:chgData name="Kaitlyn Melendez" userId="94596dde-c998-4f2d-b235-99084265d2ba" providerId="ADAL" clId="{473B9B10-7A4E-4954-B63F-BA221BE620A7}" dt="2024-02-05T16:02:31.893" v="18" actId="2085"/>
          <ac:spMkLst>
            <pc:docMk/>
            <pc:sldMk cId="405756065" sldId="265"/>
            <ac:spMk id="15" creationId="{582BA923-1366-99DF-3940-5E4064364679}"/>
          </ac:spMkLst>
        </pc:spChg>
        <pc:spChg chg="mod">
          <ac:chgData name="Kaitlyn Melendez" userId="94596dde-c998-4f2d-b235-99084265d2ba" providerId="ADAL" clId="{473B9B10-7A4E-4954-B63F-BA221BE620A7}" dt="2024-02-05T16:03:04.167" v="23" actId="1076"/>
          <ac:spMkLst>
            <pc:docMk/>
            <pc:sldMk cId="405756065" sldId="265"/>
            <ac:spMk id="17" creationId="{63CCF5C8-7827-C84B-0C7F-63998DB3311D}"/>
          </ac:spMkLst>
        </pc:spChg>
        <pc:spChg chg="mod">
          <ac:chgData name="Kaitlyn Melendez" userId="94596dde-c998-4f2d-b235-99084265d2ba" providerId="ADAL" clId="{473B9B10-7A4E-4954-B63F-BA221BE620A7}" dt="2024-02-05T16:02:55.722" v="22" actId="207"/>
          <ac:spMkLst>
            <pc:docMk/>
            <pc:sldMk cId="405756065" sldId="265"/>
            <ac:spMk id="23" creationId="{8C47124F-0557-AEAA-E82D-25AAD58694AD}"/>
          </ac:spMkLst>
        </pc:spChg>
        <pc:spChg chg="mod">
          <ac:chgData name="Kaitlyn Melendez" userId="94596dde-c998-4f2d-b235-99084265d2ba" providerId="ADAL" clId="{473B9B10-7A4E-4954-B63F-BA221BE620A7}" dt="2024-02-05T16:02:04.538" v="14" actId="207"/>
          <ac:spMkLst>
            <pc:docMk/>
            <pc:sldMk cId="405756065" sldId="265"/>
            <ac:spMk id="28" creationId="{6D03C460-03DC-1870-6C93-B9E461CE150B}"/>
          </ac:spMkLst>
        </pc:spChg>
        <pc:picChg chg="del">
          <ac:chgData name="Kaitlyn Melendez" userId="94596dde-c998-4f2d-b235-99084265d2ba" providerId="ADAL" clId="{473B9B10-7A4E-4954-B63F-BA221BE620A7}" dt="2024-02-05T16:05:42.067" v="27" actId="478"/>
          <ac:picMkLst>
            <pc:docMk/>
            <pc:sldMk cId="405756065" sldId="265"/>
            <ac:picMk id="33" creationId="{F76364F3-E7FF-D3A5-73D5-4B396840AE9E}"/>
          </ac:picMkLst>
        </pc:picChg>
      </pc:sldChg>
    </pc:docChg>
  </pc:docChgLst>
  <pc:docChgLst>
    <pc:chgData name="Vincent Guyaux" userId="849a79fd-172d-43c3-9fa0-af98b21dc4cb" providerId="ADAL" clId="{B6CFEF08-5F73-C941-8DA1-0F0B4165E3FA}"/>
    <pc:docChg chg="addSld modSld">
      <pc:chgData name="Vincent Guyaux" userId="849a79fd-172d-43c3-9fa0-af98b21dc4cb" providerId="ADAL" clId="{B6CFEF08-5F73-C941-8DA1-0F0B4165E3FA}" dt="2024-02-13T13:35:49.821" v="57" actId="1076"/>
      <pc:docMkLst>
        <pc:docMk/>
      </pc:docMkLst>
      <pc:sldChg chg="modSp add mod">
        <pc:chgData name="Vincent Guyaux" userId="849a79fd-172d-43c3-9fa0-af98b21dc4cb" providerId="ADAL" clId="{B6CFEF08-5F73-C941-8DA1-0F0B4165E3FA}" dt="2024-02-13T13:34:50.292" v="54" actId="20577"/>
        <pc:sldMkLst>
          <pc:docMk/>
          <pc:sldMk cId="385781582" sldId="266"/>
        </pc:sldMkLst>
        <pc:spChg chg="mod">
          <ac:chgData name="Vincent Guyaux" userId="849a79fd-172d-43c3-9fa0-af98b21dc4cb" providerId="ADAL" clId="{B6CFEF08-5F73-C941-8DA1-0F0B4165E3FA}" dt="2024-02-13T13:34:42.452" v="46" actId="20577"/>
          <ac:spMkLst>
            <pc:docMk/>
            <pc:sldMk cId="385781582" sldId="266"/>
            <ac:spMk id="4" creationId="{724E73A4-5A3F-0EE9-970E-47AC231F5E66}"/>
          </ac:spMkLst>
        </pc:spChg>
        <pc:spChg chg="mod">
          <ac:chgData name="Vincent Guyaux" userId="849a79fd-172d-43c3-9fa0-af98b21dc4cb" providerId="ADAL" clId="{B6CFEF08-5F73-C941-8DA1-0F0B4165E3FA}" dt="2024-02-13T13:34:50.292" v="54" actId="20577"/>
          <ac:spMkLst>
            <pc:docMk/>
            <pc:sldMk cId="385781582" sldId="266"/>
            <ac:spMk id="10" creationId="{49B53C0A-0B39-F015-A53E-07C08A940936}"/>
          </ac:spMkLst>
        </pc:spChg>
      </pc:sldChg>
      <pc:sldChg chg="modSp add mod">
        <pc:chgData name="Vincent Guyaux" userId="849a79fd-172d-43c3-9fa0-af98b21dc4cb" providerId="ADAL" clId="{B6CFEF08-5F73-C941-8DA1-0F0B4165E3FA}" dt="2024-02-13T13:35:49.821" v="57" actId="1076"/>
        <pc:sldMkLst>
          <pc:docMk/>
          <pc:sldMk cId="2268337468" sldId="267"/>
        </pc:sldMkLst>
        <pc:spChg chg="mod">
          <ac:chgData name="Vincent Guyaux" userId="849a79fd-172d-43c3-9fa0-af98b21dc4cb" providerId="ADAL" clId="{B6CFEF08-5F73-C941-8DA1-0F0B4165E3FA}" dt="2024-02-13T13:35:49.051" v="56" actId="1076"/>
          <ac:spMkLst>
            <pc:docMk/>
            <pc:sldMk cId="2268337468" sldId="267"/>
            <ac:spMk id="15" creationId="{4632D7C3-0F2C-B26E-953B-14BE6D5C51CE}"/>
          </ac:spMkLst>
        </pc:spChg>
        <pc:spChg chg="mod">
          <ac:chgData name="Vincent Guyaux" userId="849a79fd-172d-43c3-9fa0-af98b21dc4cb" providerId="ADAL" clId="{B6CFEF08-5F73-C941-8DA1-0F0B4165E3FA}" dt="2024-02-13T13:35:49.821" v="57" actId="1076"/>
          <ac:spMkLst>
            <pc:docMk/>
            <pc:sldMk cId="2268337468" sldId="267"/>
            <ac:spMk id="28" creationId="{DCA595F2-E83E-A831-E53B-AD6866C7D8D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EC27-59B5-44EC-AC9F-B1A27D96434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BBCDB-9497-46D0-B029-4488CA611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85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EC27-59B5-44EC-AC9F-B1A27D96434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BBCDB-9497-46D0-B029-4488CA611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06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EC27-59B5-44EC-AC9F-B1A27D96434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BBCDB-9497-46D0-B029-4488CA611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96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EC27-59B5-44EC-AC9F-B1A27D96434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BBCDB-9497-46D0-B029-4488CA611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82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EC27-59B5-44EC-AC9F-B1A27D96434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BBCDB-9497-46D0-B029-4488CA611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09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EC27-59B5-44EC-AC9F-B1A27D96434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BBCDB-9497-46D0-B029-4488CA611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31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EC27-59B5-44EC-AC9F-B1A27D96434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BBCDB-9497-46D0-B029-4488CA611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EC27-59B5-44EC-AC9F-B1A27D96434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BBCDB-9497-46D0-B029-4488CA611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24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EC27-59B5-44EC-AC9F-B1A27D96434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BBCDB-9497-46D0-B029-4488CA611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0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EC27-59B5-44EC-AC9F-B1A27D96434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BBCDB-9497-46D0-B029-4488CA611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35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CEC27-59B5-44EC-AC9F-B1A27D96434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BBCDB-9497-46D0-B029-4488CA611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CEC27-59B5-44EC-AC9F-B1A27D964348}" type="datetimeFigureOut">
              <a:rPr lang="en-US" smtClean="0"/>
              <a:t>2/14/24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BBCDB-9497-46D0-B029-4488CA611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506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sv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7.svg"/><Relationship Id="rId7" Type="http://schemas.openxmlformats.org/officeDocument/2006/relationships/image" Target="../media/image4.png"/><Relationship Id="rId12" Type="http://schemas.openxmlformats.org/officeDocument/2006/relationships/image" Target="../media/image10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11" Type="http://schemas.openxmlformats.org/officeDocument/2006/relationships/image" Target="../media/image9.jpeg"/><Relationship Id="rId5" Type="http://schemas.openxmlformats.org/officeDocument/2006/relationships/image" Target="../media/image2.png"/><Relationship Id="rId10" Type="http://schemas.openxmlformats.org/officeDocument/2006/relationships/image" Target="../media/image12.emf"/><Relationship Id="rId4" Type="http://schemas.openxmlformats.org/officeDocument/2006/relationships/image" Target="../media/image1.png"/><Relationship Id="rId9" Type="http://schemas.openxmlformats.org/officeDocument/2006/relationships/image" Target="../media/image1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D575D-6FAB-468F-884D-78E486314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3">
            <a:extLst>
              <a:ext uri="{FF2B5EF4-FFF2-40B4-BE49-F238E27FC236}">
                <a16:creationId xmlns:a16="http://schemas.microsoft.com/office/drawing/2014/main" id="{EE41A590-0FEA-18C6-DBE7-B77576605A81}"/>
              </a:ext>
            </a:extLst>
          </p:cNvPr>
          <p:cNvSpPr/>
          <p:nvPr/>
        </p:nvSpPr>
        <p:spPr>
          <a:xfrm rot="243366">
            <a:off x="-2036221" y="1789127"/>
            <a:ext cx="7123192" cy="4032505"/>
          </a:xfrm>
          <a:prstGeom prst="roundRect">
            <a:avLst/>
          </a:prstGeom>
          <a:solidFill>
            <a:srgbClr val="FF22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A5301E6-6592-F363-5AAA-DB4BDBDCF64A}"/>
              </a:ext>
            </a:extLst>
          </p:cNvPr>
          <p:cNvSpPr/>
          <p:nvPr/>
        </p:nvSpPr>
        <p:spPr>
          <a:xfrm>
            <a:off x="0" y="1905634"/>
            <a:ext cx="5057206" cy="7978616"/>
          </a:xfrm>
          <a:prstGeom prst="roundRect">
            <a:avLst/>
          </a:prstGeom>
          <a:solidFill>
            <a:srgbClr val="CF1F37"/>
          </a:solidFill>
          <a:ln>
            <a:solidFill>
              <a:srgbClr val="CF1F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16">
            <a:extLst>
              <a:ext uri="{FF2B5EF4-FFF2-40B4-BE49-F238E27FC236}">
                <a16:creationId xmlns:a16="http://schemas.microsoft.com/office/drawing/2014/main" id="{191A6DC4-ACE6-D560-29A0-0D9737C1A326}"/>
              </a:ext>
            </a:extLst>
          </p:cNvPr>
          <p:cNvSpPr/>
          <p:nvPr/>
        </p:nvSpPr>
        <p:spPr>
          <a:xfrm rot="21316763">
            <a:off x="4502999" y="3276768"/>
            <a:ext cx="3510985" cy="292197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3FD582E-79D7-D098-8535-B90DFD6F5638}"/>
              </a:ext>
            </a:extLst>
          </p:cNvPr>
          <p:cNvSpPr/>
          <p:nvPr/>
        </p:nvSpPr>
        <p:spPr>
          <a:xfrm>
            <a:off x="4551622" y="3325086"/>
            <a:ext cx="2707813" cy="308559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6" name="Rectangle: Rounded Corners 14">
            <a:extLst>
              <a:ext uri="{FF2B5EF4-FFF2-40B4-BE49-F238E27FC236}">
                <a16:creationId xmlns:a16="http://schemas.microsoft.com/office/drawing/2014/main" id="{642856C0-CF77-A608-64A0-7382BA9A898A}"/>
              </a:ext>
            </a:extLst>
          </p:cNvPr>
          <p:cNvSpPr/>
          <p:nvPr/>
        </p:nvSpPr>
        <p:spPr>
          <a:xfrm>
            <a:off x="-1330037" y="1905634"/>
            <a:ext cx="5057206" cy="7978616"/>
          </a:xfrm>
          <a:prstGeom prst="roundRect">
            <a:avLst/>
          </a:prstGeom>
          <a:solidFill>
            <a:srgbClr val="CF1F37"/>
          </a:solidFill>
          <a:ln>
            <a:solidFill>
              <a:srgbClr val="CF1F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DED841-94E4-5B12-0CBF-963C6DDAA05B}"/>
              </a:ext>
            </a:extLst>
          </p:cNvPr>
          <p:cNvSpPr txBox="1"/>
          <p:nvPr/>
        </p:nvSpPr>
        <p:spPr>
          <a:xfrm>
            <a:off x="522173" y="2624372"/>
            <a:ext cx="3937296" cy="1969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BROKER-DEALERS</a:t>
            </a:r>
          </a:p>
          <a:p>
            <a:endParaRPr lang="en-US" sz="1200" dirty="0">
              <a:solidFill>
                <a:schemeClr val="bg1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Enabling Broker-Dealers to Secure Field Offices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bg1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Cyber visibility with dashboards and asset reports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Security officer support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Evidence of cyber compliance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Automated remediation of cyber vulnerabilities at scale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Vulnerability scans and network penetration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398895-1AA9-2999-DD21-2B32C150E998}"/>
              </a:ext>
            </a:extLst>
          </p:cNvPr>
          <p:cNvSpPr txBox="1"/>
          <p:nvPr/>
        </p:nvSpPr>
        <p:spPr>
          <a:xfrm>
            <a:off x="2824952" y="378982"/>
            <a:ext cx="35251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>
                <a:latin typeface="Open Sans" pitchFamily="2" charset="0"/>
                <a:ea typeface="Open Sans" pitchFamily="2" charset="0"/>
                <a:cs typeface="Open Sans" pitchFamily="2" charset="0"/>
              </a:rPr>
              <a:t>Zero Trust</a:t>
            </a:r>
          </a:p>
          <a:p>
            <a:pPr algn="r"/>
            <a:r>
              <a:rPr lang="en-US" sz="2000" b="1">
                <a:latin typeface="Open Sans" pitchFamily="2" charset="0"/>
                <a:ea typeface="Open Sans" pitchFamily="2" charset="0"/>
                <a:cs typeface="Open Sans" pitchFamily="2" charset="0"/>
              </a:rPr>
              <a:t>Managed Cybersecurity</a:t>
            </a:r>
          </a:p>
          <a:p>
            <a:pPr algn="r"/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for Financial Services</a:t>
            </a:r>
          </a:p>
        </p:txBody>
      </p:sp>
      <p:pic>
        <p:nvPicPr>
          <p:cNvPr id="9" name="Picture 8" descr="A red shield with white text&#10;&#10;Description automatically generated">
            <a:extLst>
              <a:ext uri="{FF2B5EF4-FFF2-40B4-BE49-F238E27FC236}">
                <a16:creationId xmlns:a16="http://schemas.microsoft.com/office/drawing/2014/main" id="{E0786FAD-491F-F06C-E94E-219B51D08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" y="323537"/>
            <a:ext cx="1071108" cy="10711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861A22-4BB5-3F32-CADD-26BDE9813814}"/>
              </a:ext>
            </a:extLst>
          </p:cNvPr>
          <p:cNvSpPr txBox="1"/>
          <p:nvPr/>
        </p:nvSpPr>
        <p:spPr>
          <a:xfrm>
            <a:off x="522173" y="5043149"/>
            <a:ext cx="353975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RIAs</a:t>
            </a:r>
          </a:p>
          <a:p>
            <a:r>
              <a:rPr lang="en-US" sz="160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BRANCH OFFICES</a:t>
            </a:r>
          </a:p>
          <a:p>
            <a:endParaRPr lang="en-US" sz="1200">
              <a:solidFill>
                <a:schemeClr val="bg1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  <a:p>
            <a:r>
              <a:rPr lang="en-US" sz="1600" b="1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Managing Cybersecurity for Advisor Firms</a:t>
            </a:r>
          </a:p>
          <a:p>
            <a:endParaRPr lang="en-US" sz="800">
              <a:solidFill>
                <a:schemeClr val="bg1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Vulnerability scans and network penetration testing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Outsourced endpoint and network protection 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Breach response support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Regulatory and enterprise exam support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Continual evidence of compliance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20D1B56-B674-1F7C-0884-0E6767A594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577592" y="8473313"/>
            <a:ext cx="307981" cy="30798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7CAD5E4-73D4-F53C-6E16-560D83C3250D}"/>
              </a:ext>
            </a:extLst>
          </p:cNvPr>
          <p:cNvSpPr txBox="1"/>
          <p:nvPr/>
        </p:nvSpPr>
        <p:spPr>
          <a:xfrm>
            <a:off x="839079" y="8428732"/>
            <a:ext cx="40839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www.fcicyber.com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D63238-3F3B-5921-A263-055BAC87ED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593" y="8059400"/>
            <a:ext cx="326480" cy="32648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F6E9561-B437-D51B-D489-7521BC941275}"/>
              </a:ext>
            </a:extLst>
          </p:cNvPr>
          <p:cNvSpPr txBox="1"/>
          <p:nvPr/>
        </p:nvSpPr>
        <p:spPr>
          <a:xfrm>
            <a:off x="885574" y="8059400"/>
            <a:ext cx="25320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info@fcicyber.com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C049D1E4-54A3-A4B2-C83E-4295E452F4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29580" y="7708147"/>
            <a:ext cx="6858000" cy="1109838"/>
          </a:xfrm>
          <a:prstGeom prst="rect">
            <a:avLst/>
          </a:prstGeom>
        </p:spPr>
      </p:pic>
      <p:sp>
        <p:nvSpPr>
          <p:cNvPr id="2" name="Rectangle: Rounded Corners 16">
            <a:extLst>
              <a:ext uri="{FF2B5EF4-FFF2-40B4-BE49-F238E27FC236}">
                <a16:creationId xmlns:a16="http://schemas.microsoft.com/office/drawing/2014/main" id="{A1BC42B0-A21D-0CE4-081D-EE5C0D009BED}"/>
              </a:ext>
            </a:extLst>
          </p:cNvPr>
          <p:cNvSpPr/>
          <p:nvPr/>
        </p:nvSpPr>
        <p:spPr>
          <a:xfrm>
            <a:off x="4618177" y="3325086"/>
            <a:ext cx="1824187" cy="308559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>
                <a:solidFill>
                  <a:schemeClr val="tx1"/>
                </a:solidFill>
              </a:rPr>
              <a:t>Preventing</a:t>
            </a:r>
          </a:p>
          <a:p>
            <a:pPr algn="r"/>
            <a:r>
              <a:rPr lang="en-US" b="1">
                <a:solidFill>
                  <a:schemeClr val="tx1"/>
                </a:solidFill>
              </a:rPr>
              <a:t>Breaches</a:t>
            </a:r>
          </a:p>
          <a:p>
            <a:pPr algn="r"/>
            <a:r>
              <a:rPr lang="en-US" b="1">
                <a:solidFill>
                  <a:schemeClr val="tx1"/>
                </a:solidFill>
              </a:rPr>
              <a:t>&amp; Fines</a:t>
            </a:r>
          </a:p>
          <a:p>
            <a:pPr algn="r"/>
            <a:endParaRPr lang="en-US">
              <a:solidFill>
                <a:schemeClr val="tx1"/>
              </a:solidFill>
            </a:endParaRPr>
          </a:p>
          <a:p>
            <a:pPr algn="r"/>
            <a:r>
              <a:rPr lang="en-US" b="1">
                <a:solidFill>
                  <a:schemeClr val="tx1"/>
                </a:solidFill>
              </a:rPr>
              <a:t>Complying with</a:t>
            </a:r>
          </a:p>
          <a:p>
            <a:pPr algn="r"/>
            <a:r>
              <a:rPr lang="en-US" sz="1600">
                <a:solidFill>
                  <a:schemeClr val="tx1"/>
                </a:solidFill>
              </a:rPr>
              <a:t>Regulators</a:t>
            </a:r>
          </a:p>
          <a:p>
            <a:pPr algn="r"/>
            <a:r>
              <a:rPr lang="en-US" sz="1600">
                <a:solidFill>
                  <a:schemeClr val="tx1"/>
                </a:solidFill>
              </a:rPr>
              <a:t>Authorities</a:t>
            </a:r>
          </a:p>
          <a:p>
            <a:pPr algn="r"/>
            <a:r>
              <a:rPr lang="en-US" sz="1600">
                <a:solidFill>
                  <a:schemeClr val="tx1"/>
                </a:solidFill>
              </a:rPr>
              <a:t>Cyber Insurers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D73BE2-3F24-60E4-778D-78C10D14C5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3348" y="6666104"/>
            <a:ext cx="927100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736021-550C-73CF-5F0E-B81AA18D38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1513" y="1696113"/>
            <a:ext cx="482600" cy="63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4F8F58-0CCA-DAC4-656F-60C68D57AD5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87440" y="2561166"/>
            <a:ext cx="482600" cy="635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7A4C88-3DDA-3E76-E077-07A5604758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1513" y="7900971"/>
            <a:ext cx="482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09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DCEA0-8CB6-E988-0FBA-8C6B57394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16">
            <a:extLst>
              <a:ext uri="{FF2B5EF4-FFF2-40B4-BE49-F238E27FC236}">
                <a16:creationId xmlns:a16="http://schemas.microsoft.com/office/drawing/2014/main" id="{534AFF3F-1C36-DFA9-A99B-264125BCBF35}"/>
              </a:ext>
            </a:extLst>
          </p:cNvPr>
          <p:cNvSpPr/>
          <p:nvPr/>
        </p:nvSpPr>
        <p:spPr>
          <a:xfrm rot="312677">
            <a:off x="-1979327" y="1837703"/>
            <a:ext cx="5635953" cy="308559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E81E3A1-A383-290D-8781-A9FD7B9CE708}"/>
              </a:ext>
            </a:extLst>
          </p:cNvPr>
          <p:cNvSpPr/>
          <p:nvPr/>
        </p:nvSpPr>
        <p:spPr>
          <a:xfrm>
            <a:off x="587105" y="1908068"/>
            <a:ext cx="3022166" cy="75560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1">
            <a:extLst>
              <a:ext uri="{FF2B5EF4-FFF2-40B4-BE49-F238E27FC236}">
                <a16:creationId xmlns:a16="http://schemas.microsoft.com/office/drawing/2014/main" id="{4E619729-E0A0-3771-62F4-590C8D156963}"/>
              </a:ext>
            </a:extLst>
          </p:cNvPr>
          <p:cNvSpPr/>
          <p:nvPr/>
        </p:nvSpPr>
        <p:spPr>
          <a:xfrm>
            <a:off x="-952577" y="1908068"/>
            <a:ext cx="3022166" cy="75560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13">
            <a:extLst>
              <a:ext uri="{FF2B5EF4-FFF2-40B4-BE49-F238E27FC236}">
                <a16:creationId xmlns:a16="http://schemas.microsoft.com/office/drawing/2014/main" id="{C5CA7DF6-BBB3-D279-B710-CCDFEA5E6FA1}"/>
              </a:ext>
            </a:extLst>
          </p:cNvPr>
          <p:cNvSpPr/>
          <p:nvPr/>
        </p:nvSpPr>
        <p:spPr>
          <a:xfrm rot="21353736">
            <a:off x="192668" y="3058379"/>
            <a:ext cx="8952138" cy="4032505"/>
          </a:xfrm>
          <a:prstGeom prst="roundRect">
            <a:avLst/>
          </a:prstGeom>
          <a:solidFill>
            <a:srgbClr val="FF22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3">
            <a:extLst>
              <a:ext uri="{FF2B5EF4-FFF2-40B4-BE49-F238E27FC236}">
                <a16:creationId xmlns:a16="http://schemas.microsoft.com/office/drawing/2014/main" id="{806563F8-A5EF-AF16-DA74-E45ABF3B132A}"/>
              </a:ext>
            </a:extLst>
          </p:cNvPr>
          <p:cNvSpPr/>
          <p:nvPr/>
        </p:nvSpPr>
        <p:spPr>
          <a:xfrm>
            <a:off x="1635559" y="3085892"/>
            <a:ext cx="6574855" cy="4622255"/>
          </a:xfrm>
          <a:prstGeom prst="roundRect">
            <a:avLst/>
          </a:prstGeom>
          <a:solidFill>
            <a:srgbClr val="CF1F37"/>
          </a:solidFill>
          <a:ln>
            <a:solidFill>
              <a:srgbClr val="CF1F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90D47EF2-9A31-C023-A460-A2E62E9B9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9580" y="7708147"/>
            <a:ext cx="6858000" cy="11098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31E158-1300-60C0-6AE2-FCAC9C8B4179}"/>
              </a:ext>
            </a:extLst>
          </p:cNvPr>
          <p:cNvSpPr txBox="1"/>
          <p:nvPr/>
        </p:nvSpPr>
        <p:spPr>
          <a:xfrm>
            <a:off x="527825" y="2214745"/>
            <a:ext cx="20521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The First Complete</a:t>
            </a:r>
          </a:p>
          <a:p>
            <a:r>
              <a:rPr lang="en-US" sz="2000" b="1"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Zero Trust Solution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65468F5-ED5F-6BBB-4F68-AE9DB0E9E315}"/>
              </a:ext>
            </a:extLst>
          </p:cNvPr>
          <p:cNvSpPr/>
          <p:nvPr/>
        </p:nvSpPr>
        <p:spPr>
          <a:xfrm>
            <a:off x="272782" y="3085892"/>
            <a:ext cx="3822903" cy="4622255"/>
          </a:xfrm>
          <a:prstGeom prst="roundRect">
            <a:avLst/>
          </a:prstGeom>
          <a:solidFill>
            <a:srgbClr val="CF1F37"/>
          </a:solidFill>
          <a:ln>
            <a:solidFill>
              <a:srgbClr val="CF1F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48D052-544F-72A3-F59A-3E833256012B}"/>
              </a:ext>
            </a:extLst>
          </p:cNvPr>
          <p:cNvSpPr txBox="1"/>
          <p:nvPr/>
        </p:nvSpPr>
        <p:spPr>
          <a:xfrm>
            <a:off x="534270" y="3265771"/>
            <a:ext cx="2929909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>
              <a:solidFill>
                <a:schemeClr val="bg1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  <a:p>
            <a:r>
              <a:rPr lang="en-US" sz="1600" b="1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Integrated Zero Trust Ecosystem</a:t>
            </a:r>
            <a:endParaRPr lang="en-US" sz="1600">
              <a:solidFill>
                <a:schemeClr val="bg1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  <a:p>
            <a:endParaRPr lang="en-US" sz="800">
              <a:solidFill>
                <a:schemeClr val="bg1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Cloud Hardening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CASB (Cloud Access Security Broker)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Centralized MFA (Multi-Factor Authentication)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Endpoint Security Enforcement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Endpoint Protection with MXDR (Managed Extended Detection &amp; Response)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Data Exfiltration Protection &amp; DLP (Data Leakage Protection)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Network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SASE (Always-On-VPN)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SIEM (Security Information &amp; Event Management)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SOAR (Security Orchestration, Automation, &amp; Response)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SOC (Security Operation Center)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0D4C75-B1AB-1481-D6A6-E44628CACAC4}"/>
              </a:ext>
            </a:extLst>
          </p:cNvPr>
          <p:cNvSpPr txBox="1"/>
          <p:nvPr/>
        </p:nvSpPr>
        <p:spPr>
          <a:xfrm>
            <a:off x="3164807" y="378982"/>
            <a:ext cx="32047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>
                <a:latin typeface="Open Sans" pitchFamily="2" charset="0"/>
                <a:ea typeface="Open Sans" pitchFamily="2" charset="0"/>
                <a:cs typeface="Open Sans" pitchFamily="2" charset="0"/>
              </a:rPr>
              <a:t>Zero Trust</a:t>
            </a:r>
          </a:p>
          <a:p>
            <a:pPr algn="r"/>
            <a:r>
              <a:rPr lang="en-US" sz="2000" b="1">
                <a:latin typeface="Open Sans" pitchFamily="2" charset="0"/>
                <a:ea typeface="Open Sans" pitchFamily="2" charset="0"/>
                <a:cs typeface="Open Sans" pitchFamily="2" charset="0"/>
              </a:rPr>
              <a:t>Managed Cybersecurity</a:t>
            </a:r>
          </a:p>
          <a:p>
            <a:pPr algn="r"/>
            <a:r>
              <a:rPr lang="en-US">
                <a:latin typeface="Open Sans" pitchFamily="2" charset="0"/>
                <a:ea typeface="Open Sans" pitchFamily="2" charset="0"/>
                <a:cs typeface="Open Sans" pitchFamily="2" charset="0"/>
              </a:rPr>
              <a:t>for Financial Services</a:t>
            </a:r>
          </a:p>
        </p:txBody>
      </p:sp>
      <p:pic>
        <p:nvPicPr>
          <p:cNvPr id="6" name="Picture 5" descr="A red shield with white text&#10;&#10;Description automatically generated">
            <a:extLst>
              <a:ext uri="{FF2B5EF4-FFF2-40B4-BE49-F238E27FC236}">
                <a16:creationId xmlns:a16="http://schemas.microsoft.com/office/drawing/2014/main" id="{0AF3B5A3-E44E-76EC-A6EF-DF29650C9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51" y="323537"/>
            <a:ext cx="1071108" cy="107110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D263FCB-F897-9EFA-5D72-D058B20C24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577592" y="8456984"/>
            <a:ext cx="307981" cy="3079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469BCC-0C4A-18F8-B49A-D7BF16E562CE}"/>
              </a:ext>
            </a:extLst>
          </p:cNvPr>
          <p:cNvSpPr txBox="1"/>
          <p:nvPr/>
        </p:nvSpPr>
        <p:spPr>
          <a:xfrm>
            <a:off x="839079" y="8412403"/>
            <a:ext cx="40839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www.fcicyber.com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C5C4969-AF15-9286-C17A-4F5054990D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7593" y="8043071"/>
            <a:ext cx="326480" cy="3264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F25BADE-839C-B363-CBE5-DF78474C6F7B}"/>
              </a:ext>
            </a:extLst>
          </p:cNvPr>
          <p:cNvSpPr txBox="1"/>
          <p:nvPr/>
        </p:nvSpPr>
        <p:spPr>
          <a:xfrm>
            <a:off x="885574" y="8043071"/>
            <a:ext cx="25320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info@fcicyber.com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B2F4624-E944-D3C9-8D28-F7D1F99198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3182" y="2049458"/>
            <a:ext cx="1984100" cy="19841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2CFDFA2-5374-1E91-3A29-3DEF77AC9E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9452" y="5346507"/>
            <a:ext cx="1078461" cy="107846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A21D7BD-2E0B-567A-5B8F-2390A8669327}"/>
              </a:ext>
            </a:extLst>
          </p:cNvPr>
          <p:cNvSpPr txBox="1"/>
          <p:nvPr/>
        </p:nvSpPr>
        <p:spPr>
          <a:xfrm>
            <a:off x="4419998" y="4141647"/>
            <a:ext cx="19382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>
              <a:solidFill>
                <a:schemeClr val="bg1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  <a:p>
            <a:pPr algn="ctr"/>
            <a:r>
              <a:rPr lang="en-US" sz="2000" b="1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Zero Trust</a:t>
            </a:r>
          </a:p>
          <a:p>
            <a:pPr algn="r"/>
            <a:r>
              <a:rPr lang="en-US" sz="2000" b="1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Maturity Model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4A04B2-72F8-56AC-5F23-444CF176143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29387" y="8010210"/>
            <a:ext cx="482600" cy="635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6CC021-FF8B-A4E5-1003-0CB87250E68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1350" y="8006622"/>
            <a:ext cx="482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297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2a17bc-2da2-4fb7-a4fb-c10936b8d7de">
      <Terms xmlns="http://schemas.microsoft.com/office/infopath/2007/PartnerControls"/>
    </lcf76f155ced4ddcb4097134ff3c332f>
    <TaxCatchAll xmlns="7e81ff0a-7b47-4573-8501-a4583f78be9e" xsi:nil="true"/>
    <SharedWithUsers xmlns="7e81ff0a-7b47-4573-8501-a4583f78be9e">
      <UserInfo>
        <DisplayName>Vincent Guyaux</DisplayName>
        <AccountId>12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728B7CB0AB0F44AD07F77726D618CF" ma:contentTypeVersion="18" ma:contentTypeDescription="Create a new document." ma:contentTypeScope="" ma:versionID="d64584f67956fb6c7123727cde55f32d">
  <xsd:schema xmlns:xsd="http://www.w3.org/2001/XMLSchema" xmlns:xs="http://www.w3.org/2001/XMLSchema" xmlns:p="http://schemas.microsoft.com/office/2006/metadata/properties" xmlns:ns2="702a17bc-2da2-4fb7-a4fb-c10936b8d7de" xmlns:ns3="7e81ff0a-7b47-4573-8501-a4583f78be9e" targetNamespace="http://schemas.microsoft.com/office/2006/metadata/properties" ma:root="true" ma:fieldsID="7e724edce0b58e36071777a41bee58bd" ns2:_="" ns3:_="">
    <xsd:import namespace="702a17bc-2da2-4fb7-a4fb-c10936b8d7de"/>
    <xsd:import namespace="7e81ff0a-7b47-4573-8501-a4583f78be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2a17bc-2da2-4fb7-a4fb-c10936b8d7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8a034fc-6895-452d-a915-0a000c850d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81ff0a-7b47-4573-8501-a4583f78be9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9d230236-568f-48c0-ac19-1179709fa75a}" ma:internalName="TaxCatchAll" ma:showField="CatchAllData" ma:web="7e81ff0a-7b47-4573-8501-a4583f78be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0CB306-6B60-49B5-BF53-4B2F2024540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9C9302-8C75-4813-BDD3-67BC98F2AD04}">
  <ds:schemaRefs>
    <ds:schemaRef ds:uri="http://www.w3.org/XML/1998/namespace"/>
    <ds:schemaRef ds:uri="7e81ff0a-7b47-4573-8501-a4583f78be9e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702a17bc-2da2-4fb7-a4fb-c10936b8d7de"/>
    <ds:schemaRef ds:uri="http://schemas.microsoft.com/sharepoint/v3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47220251-D449-42F1-A875-C2F1C4D6B068}"/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193</Words>
  <Application>Microsoft Macintosh PowerPoint</Application>
  <PresentationFormat>Letter Paper (8.5x11 in)</PresentationFormat>
  <Paragraphs>56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Open Sans</vt:lpstr>
      <vt:lpstr>Open Sans Condensed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Kaitlyn Melendez</dc:creator>
  <cp:lastModifiedBy>Vincent Guyaux</cp:lastModifiedBy>
  <cp:revision>1</cp:revision>
  <cp:lastPrinted>2024-02-05T16:04:15Z</cp:lastPrinted>
  <dcterms:created xsi:type="dcterms:W3CDTF">2024-02-02T14:12:01Z</dcterms:created>
  <dcterms:modified xsi:type="dcterms:W3CDTF">2024-02-14T18:28:07Z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0x01010029728B7CB0AB0F44AD07F77726D618CF</vt:lpwstr>
  </property>
  <property fmtid="{D5CDD505-2E9C-101B-9397-08002B2CF9AE}" pid="3" name="MediaServiceImageTags">
    <vt:lpwstr/>
  </property>
</Properties>
</file>